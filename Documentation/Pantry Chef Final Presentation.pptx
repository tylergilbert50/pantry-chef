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a927d778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a927d778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a927d778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a927d778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c2bef53a9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c2bef53a9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c2bef53a9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c2bef53a9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c2bef53a9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c2bef53a9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c2bef53a9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c2bef53a9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ba32643a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ba32643a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c044bbd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c044bbd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c044bbd1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c044bbd1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c044bbd1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c044bbd1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c2bef53a9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c2bef53a9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744575"/>
            <a:ext cx="9144000" cy="134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Pantry Chef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1754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Tyler Gilbert, Ashton Hall, Jacob Lehtola, Braxton Wilson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0" y="4373100"/>
            <a:ext cx="9144000" cy="770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Pantry Chef, purpose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4649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Pantry Chef is a mobile app that </a:t>
            </a:r>
            <a:r>
              <a:rPr lang="en">
                <a:solidFill>
                  <a:schemeClr val="dk1"/>
                </a:solidFill>
              </a:rPr>
              <a:t>simplifies</a:t>
            </a:r>
            <a:r>
              <a:rPr lang="en">
                <a:solidFill>
                  <a:schemeClr val="dk1"/>
                </a:solidFill>
              </a:rPr>
              <a:t> the process of choosing what to cook and how to cook 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0" y="4373100"/>
            <a:ext cx="9144000" cy="770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 title="Signin pag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7600" y="242200"/>
            <a:ext cx="1957549" cy="4073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Pantry Chef Features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app is organized into four main areas: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Barcode scanner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Pantry viewer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Recipe browser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Account settings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0" y="4373100"/>
            <a:ext cx="9144000" cy="770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 title="Signin pag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7600" y="242200"/>
            <a:ext cx="1957549" cy="4073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Barcode scanner</a:t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0" y="4373100"/>
            <a:ext cx="9144000" cy="770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 title="Scanner p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7600" y="242200"/>
            <a:ext cx="1957549" cy="4073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Features: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Supports adding </a:t>
            </a:r>
            <a:r>
              <a:rPr lang="en">
                <a:solidFill>
                  <a:schemeClr val="dk1"/>
                </a:solidFill>
              </a:rPr>
              <a:t>ingredients</a:t>
            </a:r>
            <a:r>
              <a:rPr lang="en">
                <a:solidFill>
                  <a:schemeClr val="dk1"/>
                </a:solidFill>
              </a:rPr>
              <a:t> via UPC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Support manually adding ingredients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Pantry</a:t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0" y="4373100"/>
            <a:ext cx="9144000" cy="770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Features: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Added ingredients show up here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Users can add, subtract, or edit </a:t>
            </a:r>
            <a:r>
              <a:rPr lang="en">
                <a:solidFill>
                  <a:schemeClr val="dk1"/>
                </a:solidFill>
              </a:rPr>
              <a:t>ingredients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Users can search with optional filters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8" name="Google Shape;88;p17" title="Pantry pag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7600" y="242200"/>
            <a:ext cx="1957549" cy="4073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Recipe browser</a:t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0" y="4373100"/>
            <a:ext cx="9144000" cy="770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Features: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Displays recipes that can be made using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only present ingredients.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Includes the option to filter and search.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6" name="Google Shape;96;p18" title="Recipe pag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7600" y="242200"/>
            <a:ext cx="1957549" cy="4073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Account settings</a:t>
            </a:r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0" y="4373100"/>
            <a:ext cx="9144000" cy="770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Features: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Supports </a:t>
            </a:r>
            <a:r>
              <a:rPr lang="en">
                <a:solidFill>
                  <a:schemeClr val="dk1"/>
                </a:solidFill>
              </a:rPr>
              <a:t>changing</a:t>
            </a:r>
            <a:r>
              <a:rPr lang="en">
                <a:solidFill>
                  <a:schemeClr val="dk1"/>
                </a:solidFill>
              </a:rPr>
              <a:t> dietary preferences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and allergies.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Allows users to manage their account.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4" name="Google Shape;104;p19" title="Account pag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7600" y="242200"/>
            <a:ext cx="1957549" cy="4073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Used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React Native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Supabase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Spoonacular API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Visual Studio Code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0" y="4373100"/>
            <a:ext cx="9144000" cy="770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act Native App Development Company- Auxilium Technology"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4900" y="2571750"/>
            <a:ext cx="2961051" cy="115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sual Studio Code Logo Vector Download | Logowik"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5801" y="653237"/>
            <a:ext cx="1586750" cy="119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Marketplace: Supabase: Open Source Firebase Alternative with Hosted ..." id="114" name="Google Shape;11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4900" y="530425"/>
            <a:ext cx="2874701" cy="143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logo-simple-framed-green-gradien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32525" y="2520475"/>
            <a:ext cx="1253300" cy="125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Known Issues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Apple version has some performance issues such as barcode scanner not working properly and not displaying ingredients and recipes.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Barcode scanner can be a little bit too sensitive.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Password reset doesn’t work.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client side API access (insecure).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" name="Google Shape;122;p21"/>
          <p:cNvSpPr/>
          <p:nvPr/>
        </p:nvSpPr>
        <p:spPr>
          <a:xfrm>
            <a:off x="0" y="4373100"/>
            <a:ext cx="9144000" cy="770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Ideas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Support for dietary restrictions and allergies so that recipes and ingredients update accordingly.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shopping list feature to support adding missing ingredients from chosen recipes.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An AI vision feature to support bulk adding ingredients from a pantry photo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Potential smart fridge integration.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0" y="4373100"/>
            <a:ext cx="9144000" cy="770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get cooking!</a:t>
            </a:r>
            <a:endParaRPr/>
          </a:p>
        </p:txBody>
      </p:sp>
      <p:sp>
        <p:nvSpPr>
          <p:cNvPr id="135" name="Google Shape;135;p23"/>
          <p:cNvSpPr txBox="1"/>
          <p:nvPr>
            <p:ph idx="1" type="subTitle"/>
          </p:nvPr>
        </p:nvSpPr>
        <p:spPr>
          <a:xfrm>
            <a:off x="63275" y="2889250"/>
            <a:ext cx="91440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/>
          <p:nvPr/>
        </p:nvSpPr>
        <p:spPr>
          <a:xfrm>
            <a:off x="0" y="4373100"/>
            <a:ext cx="9144000" cy="770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ctrTitle"/>
          </p:nvPr>
        </p:nvSpPr>
        <p:spPr>
          <a:xfrm>
            <a:off x="311700" y="682475"/>
            <a:ext cx="8520600" cy="129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Pantry Chef</a:t>
            </a:r>
            <a:endParaRPr/>
          </a:p>
        </p:txBody>
      </p:sp>
      <p:sp>
        <p:nvSpPr>
          <p:cNvPr id="142" name="Google Shape;142;p24"/>
          <p:cNvSpPr txBox="1"/>
          <p:nvPr>
            <p:ph idx="1" type="subTitle"/>
          </p:nvPr>
        </p:nvSpPr>
        <p:spPr>
          <a:xfrm>
            <a:off x="0" y="2047275"/>
            <a:ext cx="914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pic>
        <p:nvPicPr>
          <p:cNvPr id="143" name="Google Shape;143;p24" title="qr-code-get-pantry-chef-c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6825" y="2445125"/>
            <a:ext cx="1788325" cy="178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/>
          <p:nvPr/>
        </p:nvSpPr>
        <p:spPr>
          <a:xfrm>
            <a:off x="0" y="4373100"/>
            <a:ext cx="9144000" cy="770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4" title="shrimp_orange_white_b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600" y="2339800"/>
            <a:ext cx="2033300" cy="203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
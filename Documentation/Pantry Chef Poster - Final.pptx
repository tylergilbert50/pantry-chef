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3"/>
  </p:notesMasterIdLst>
  <p:sldIdLst>
    <p:sldId id="257" r:id="rId2"/>
  </p:sldIdLst>
  <p:sldSz cx="38404800" cy="38404800"/>
  <p:notesSz cx="6858000" cy="9144000"/>
  <p:defaultTextStyle>
    <a:defPPr>
      <a:defRPr lang="en-US"/>
    </a:defPPr>
    <a:lvl1pPr marL="0" algn="l" defTabSz="3686861" rtl="0" eaLnBrk="1" latinLnBrk="0" hangingPunct="1">
      <a:defRPr sz="7258" kern="1200">
        <a:solidFill>
          <a:schemeClr val="tx1"/>
        </a:solidFill>
        <a:latin typeface="+mn-lt"/>
        <a:ea typeface="+mn-ea"/>
        <a:cs typeface="+mn-cs"/>
      </a:defRPr>
    </a:lvl1pPr>
    <a:lvl2pPr marL="1843430" algn="l" defTabSz="3686861" rtl="0" eaLnBrk="1" latinLnBrk="0" hangingPunct="1">
      <a:defRPr sz="7258" kern="1200">
        <a:solidFill>
          <a:schemeClr val="tx1"/>
        </a:solidFill>
        <a:latin typeface="+mn-lt"/>
        <a:ea typeface="+mn-ea"/>
        <a:cs typeface="+mn-cs"/>
      </a:defRPr>
    </a:lvl2pPr>
    <a:lvl3pPr marL="3686861" algn="l" defTabSz="3686861" rtl="0" eaLnBrk="1" latinLnBrk="0" hangingPunct="1">
      <a:defRPr sz="7258" kern="1200">
        <a:solidFill>
          <a:schemeClr val="tx1"/>
        </a:solidFill>
        <a:latin typeface="+mn-lt"/>
        <a:ea typeface="+mn-ea"/>
        <a:cs typeface="+mn-cs"/>
      </a:defRPr>
    </a:lvl3pPr>
    <a:lvl4pPr marL="5530291" algn="l" defTabSz="3686861" rtl="0" eaLnBrk="1" latinLnBrk="0" hangingPunct="1">
      <a:defRPr sz="7258" kern="1200">
        <a:solidFill>
          <a:schemeClr val="tx1"/>
        </a:solidFill>
        <a:latin typeface="+mn-lt"/>
        <a:ea typeface="+mn-ea"/>
        <a:cs typeface="+mn-cs"/>
      </a:defRPr>
    </a:lvl4pPr>
    <a:lvl5pPr marL="7373722" algn="l" defTabSz="3686861" rtl="0" eaLnBrk="1" latinLnBrk="0" hangingPunct="1">
      <a:defRPr sz="7258" kern="1200">
        <a:solidFill>
          <a:schemeClr val="tx1"/>
        </a:solidFill>
        <a:latin typeface="+mn-lt"/>
        <a:ea typeface="+mn-ea"/>
        <a:cs typeface="+mn-cs"/>
      </a:defRPr>
    </a:lvl5pPr>
    <a:lvl6pPr marL="9217152" algn="l" defTabSz="3686861" rtl="0" eaLnBrk="1" latinLnBrk="0" hangingPunct="1">
      <a:defRPr sz="7258" kern="1200">
        <a:solidFill>
          <a:schemeClr val="tx1"/>
        </a:solidFill>
        <a:latin typeface="+mn-lt"/>
        <a:ea typeface="+mn-ea"/>
        <a:cs typeface="+mn-cs"/>
      </a:defRPr>
    </a:lvl6pPr>
    <a:lvl7pPr marL="11060582" algn="l" defTabSz="3686861" rtl="0" eaLnBrk="1" latinLnBrk="0" hangingPunct="1">
      <a:defRPr sz="7258" kern="1200">
        <a:solidFill>
          <a:schemeClr val="tx1"/>
        </a:solidFill>
        <a:latin typeface="+mn-lt"/>
        <a:ea typeface="+mn-ea"/>
        <a:cs typeface="+mn-cs"/>
      </a:defRPr>
    </a:lvl7pPr>
    <a:lvl8pPr marL="12904013" algn="l" defTabSz="3686861" rtl="0" eaLnBrk="1" latinLnBrk="0" hangingPunct="1">
      <a:defRPr sz="7258" kern="1200">
        <a:solidFill>
          <a:schemeClr val="tx1"/>
        </a:solidFill>
        <a:latin typeface="+mn-lt"/>
        <a:ea typeface="+mn-ea"/>
        <a:cs typeface="+mn-cs"/>
      </a:defRPr>
    </a:lvl8pPr>
    <a:lvl9pPr marL="14747443" algn="l" defTabSz="3686861" rtl="0" eaLnBrk="1" latinLnBrk="0" hangingPunct="1">
      <a:defRPr sz="7258"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B1C3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6A719C-B240-1C61-4067-D50C3B1DE70E}" v="175" dt="2026-04-07T17:01:29.951"/>
    <p1510:client id="{5566D170-AB39-49EB-8793-23D3844B1883}" v="602" dt="2026-04-07T17:15:14.29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 d="100"/>
          <a:sy n="14" d="100"/>
        </p:scale>
        <p:origin x="2167" y="10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userId="S::urn:spo:tenantanon#418068ac-1ea2-4e57-aa56-bea3065826c0::" providerId="AD" clId="Web-{D5B8E7CC-A9DA-6CCF-3307-A04E21252523}"/>
    <pc:docChg chg="modSld">
      <pc:chgData name="Guest User" userId="S::urn:spo:tenantanon#418068ac-1ea2-4e57-aa56-bea3065826c0::" providerId="AD" clId="Web-{D5B8E7CC-A9DA-6CCF-3307-A04E21252523}" dt="2026-03-31T02:28:30.519" v="211" actId="20577"/>
      <pc:docMkLst>
        <pc:docMk/>
      </pc:docMkLst>
      <pc:sldChg chg="modSp">
        <pc:chgData name="Guest User" userId="S::urn:spo:tenantanon#418068ac-1ea2-4e57-aa56-bea3065826c0::" providerId="AD" clId="Web-{D5B8E7CC-A9DA-6CCF-3307-A04E21252523}" dt="2026-03-31T02:28:30.519" v="211" actId="20577"/>
        <pc:sldMkLst>
          <pc:docMk/>
          <pc:sldMk cId="2709660663" sldId="257"/>
        </pc:sldMkLst>
        <pc:spChg chg="mod">
          <ac:chgData name="Guest User" userId="S::urn:spo:tenantanon#418068ac-1ea2-4e57-aa56-bea3065826c0::" providerId="AD" clId="Web-{D5B8E7CC-A9DA-6CCF-3307-A04E21252523}" dt="2026-03-31T02:28:30.519" v="211" actId="20577"/>
          <ac:spMkLst>
            <pc:docMk/>
            <pc:sldMk cId="2709660663" sldId="257"/>
            <ac:spMk id="52" creationId="{122B8F71-E134-414F-9A2A-89B6A9482606}"/>
          </ac:spMkLst>
        </pc:spChg>
      </pc:sldChg>
    </pc:docChg>
  </pc:docChgLst>
  <pc:docChgLst>
    <pc:chgData name="Guest User" userId="S::urn:spo:tenantanon#418068ac-1ea2-4e57-aa56-bea3065826c0::" providerId="AD" clId="Web-{E44FFB42-5322-65F4-C9D4-FBFBF5694E7D}"/>
    <pc:docChg chg="modSld">
      <pc:chgData name="Guest User" userId="S::urn:spo:tenantanon#418068ac-1ea2-4e57-aa56-bea3065826c0::" providerId="AD" clId="Web-{E44FFB42-5322-65F4-C9D4-FBFBF5694E7D}" dt="2026-03-31T17:21:46.882" v="661" actId="1076"/>
      <pc:docMkLst>
        <pc:docMk/>
      </pc:docMkLst>
      <pc:sldChg chg="delSp modSp">
        <pc:chgData name="Guest User" userId="S::urn:spo:tenantanon#418068ac-1ea2-4e57-aa56-bea3065826c0::" providerId="AD" clId="Web-{E44FFB42-5322-65F4-C9D4-FBFBF5694E7D}" dt="2026-03-31T17:21:46.882" v="661" actId="1076"/>
        <pc:sldMkLst>
          <pc:docMk/>
          <pc:sldMk cId="2709660663" sldId="257"/>
        </pc:sldMkLst>
        <pc:spChg chg="mod">
          <ac:chgData name="Guest User" userId="S::urn:spo:tenantanon#418068ac-1ea2-4e57-aa56-bea3065826c0::" providerId="AD" clId="Web-{E44FFB42-5322-65F4-C9D4-FBFBF5694E7D}" dt="2026-03-31T17:21:46.882" v="661" actId="1076"/>
          <ac:spMkLst>
            <pc:docMk/>
            <pc:sldMk cId="2709660663" sldId="257"/>
            <ac:spMk id="5" creationId="{23BBBB44-CA46-BA94-892D-0ECF7DDB1993}"/>
          </ac:spMkLst>
        </pc:spChg>
        <pc:spChg chg="mod">
          <ac:chgData name="Guest User" userId="S::urn:spo:tenantanon#418068ac-1ea2-4e57-aa56-bea3065826c0::" providerId="AD" clId="Web-{E44FFB42-5322-65F4-C9D4-FBFBF5694E7D}" dt="2026-03-31T17:10:00.340" v="481" actId="20577"/>
          <ac:spMkLst>
            <pc:docMk/>
            <pc:sldMk cId="2709660663" sldId="257"/>
            <ac:spMk id="16" creationId="{00000000-0000-0000-0000-000000000000}"/>
          </ac:spMkLst>
        </pc:spChg>
        <pc:spChg chg="mod">
          <ac:chgData name="Guest User" userId="S::urn:spo:tenantanon#418068ac-1ea2-4e57-aa56-bea3065826c0::" providerId="AD" clId="Web-{E44FFB42-5322-65F4-C9D4-FBFBF5694E7D}" dt="2026-03-31T17:11:31.870" v="489" actId="20577"/>
          <ac:spMkLst>
            <pc:docMk/>
            <pc:sldMk cId="2709660663" sldId="257"/>
            <ac:spMk id="42" creationId="{00000000-0000-0000-0000-000000000000}"/>
          </ac:spMkLst>
        </pc:spChg>
        <pc:spChg chg="mod">
          <ac:chgData name="Guest User" userId="S::urn:spo:tenantanon#418068ac-1ea2-4e57-aa56-bea3065826c0::" providerId="AD" clId="Web-{E44FFB42-5322-65F4-C9D4-FBFBF5694E7D}" dt="2026-03-31T17:10:39.995" v="485" actId="20577"/>
          <ac:spMkLst>
            <pc:docMk/>
            <pc:sldMk cId="2709660663" sldId="257"/>
            <ac:spMk id="50" creationId="{D52D404C-22B6-5E44-8D47-70D924BED731}"/>
          </ac:spMkLst>
        </pc:spChg>
        <pc:spChg chg="mod">
          <ac:chgData name="Guest User" userId="S::urn:spo:tenantanon#418068ac-1ea2-4e57-aa56-bea3065826c0::" providerId="AD" clId="Web-{E44FFB42-5322-65F4-C9D4-FBFBF5694E7D}" dt="2026-03-31T17:03:46.451" v="374" actId="20577"/>
          <ac:spMkLst>
            <pc:docMk/>
            <pc:sldMk cId="2709660663" sldId="257"/>
            <ac:spMk id="52" creationId="{122B8F71-E134-414F-9A2A-89B6A9482606}"/>
          </ac:spMkLst>
        </pc:spChg>
        <pc:spChg chg="mod">
          <ac:chgData name="Guest User" userId="S::urn:spo:tenantanon#418068ac-1ea2-4e57-aa56-bea3065826c0::" providerId="AD" clId="Web-{E44FFB42-5322-65F4-C9D4-FBFBF5694E7D}" dt="2026-03-31T17:16:50.383" v="653" actId="20577"/>
          <ac:spMkLst>
            <pc:docMk/>
            <pc:sldMk cId="2709660663" sldId="257"/>
            <ac:spMk id="54" creationId="{D25BFCBA-8F53-DD46-A2ED-0F4416500F31}"/>
          </ac:spMkLst>
        </pc:spChg>
        <pc:spChg chg="mod">
          <ac:chgData name="Guest User" userId="S::urn:spo:tenantanon#418068ac-1ea2-4e57-aa56-bea3065826c0::" providerId="AD" clId="Web-{E44FFB42-5322-65F4-C9D4-FBFBF5694E7D}" dt="2026-03-31T16:46:01.551" v="298" actId="20577"/>
          <ac:spMkLst>
            <pc:docMk/>
            <pc:sldMk cId="2709660663" sldId="257"/>
            <ac:spMk id="55" creationId="{4168701F-1D5B-6345-99A6-4CEE0D810E8D}"/>
          </ac:spMkLst>
        </pc:spChg>
        <pc:spChg chg="mod">
          <ac:chgData name="Guest User" userId="S::urn:spo:tenantanon#418068ac-1ea2-4e57-aa56-bea3065826c0::" providerId="AD" clId="Web-{E44FFB42-5322-65F4-C9D4-FBFBF5694E7D}" dt="2026-03-31T16:50:11.722" v="312" actId="1076"/>
          <ac:spMkLst>
            <pc:docMk/>
            <pc:sldMk cId="2709660663" sldId="257"/>
            <ac:spMk id="63" creationId="{9A32D62A-0501-F949-A5B2-821CB6B360C1}"/>
          </ac:spMkLst>
        </pc:spChg>
        <pc:spChg chg="mod">
          <ac:chgData name="Guest User" userId="S::urn:spo:tenantanon#418068ac-1ea2-4e57-aa56-bea3065826c0::" providerId="AD" clId="Web-{E44FFB42-5322-65F4-C9D4-FBFBF5694E7D}" dt="2026-03-31T16:54:31.907" v="327" actId="20577"/>
          <ac:spMkLst>
            <pc:docMk/>
            <pc:sldMk cId="2709660663" sldId="257"/>
            <ac:spMk id="66" creationId="{EC1F8AC7-7AEA-E74F-BE38-74113B20D5C9}"/>
          </ac:spMkLst>
        </pc:spChg>
        <pc:spChg chg="mod">
          <ac:chgData name="Guest User" userId="S::urn:spo:tenantanon#418068ac-1ea2-4e57-aa56-bea3065826c0::" providerId="AD" clId="Web-{E44FFB42-5322-65F4-C9D4-FBFBF5694E7D}" dt="2026-03-31T17:17:10.336" v="657" actId="1076"/>
          <ac:spMkLst>
            <pc:docMk/>
            <pc:sldMk cId="2709660663" sldId="257"/>
            <ac:spMk id="67" creationId="{8E91F93C-A7BD-B64A-849B-B4DA616BE3FB}"/>
          </ac:spMkLst>
        </pc:spChg>
        <pc:spChg chg="mod">
          <ac:chgData name="Guest User" userId="S::urn:spo:tenantanon#418068ac-1ea2-4e57-aa56-bea3065826c0::" providerId="AD" clId="Web-{E44FFB42-5322-65F4-C9D4-FBFBF5694E7D}" dt="2026-03-31T17:17:07.195" v="656" actId="1076"/>
          <ac:spMkLst>
            <pc:docMk/>
            <pc:sldMk cId="2709660663" sldId="257"/>
            <ac:spMk id="71" creationId="{91F0780E-0709-FD48-B93E-B99DCFE28DBE}"/>
          </ac:spMkLst>
        </pc:spChg>
        <pc:spChg chg="mod">
          <ac:chgData name="Guest User" userId="S::urn:spo:tenantanon#418068ac-1ea2-4e57-aa56-bea3065826c0::" providerId="AD" clId="Web-{E44FFB42-5322-65F4-C9D4-FBFBF5694E7D}" dt="2026-03-31T17:17:03.211" v="655" actId="1076"/>
          <ac:spMkLst>
            <pc:docMk/>
            <pc:sldMk cId="2709660663" sldId="257"/>
            <ac:spMk id="72" creationId="{5E014FC1-89AE-2C42-B656-71AC274FF794}"/>
          </ac:spMkLst>
        </pc:spChg>
        <pc:spChg chg="mod">
          <ac:chgData name="Guest User" userId="S::urn:spo:tenantanon#418068ac-1ea2-4e57-aa56-bea3065826c0::" providerId="AD" clId="Web-{E44FFB42-5322-65F4-C9D4-FBFBF5694E7D}" dt="2026-03-31T17:16:59.289" v="654" actId="1076"/>
          <ac:spMkLst>
            <pc:docMk/>
            <pc:sldMk cId="2709660663" sldId="257"/>
            <ac:spMk id="74" creationId="{D3B353B1-5EC5-9B40-8654-50B3A5F38B70}"/>
          </ac:spMkLst>
        </pc:spChg>
        <pc:picChg chg="mod">
          <ac:chgData name="Guest User" userId="S::urn:spo:tenantanon#418068ac-1ea2-4e57-aa56-bea3065826c0::" providerId="AD" clId="Web-{E44FFB42-5322-65F4-C9D4-FBFBF5694E7D}" dt="2026-03-31T17:17:16.429" v="659" actId="1076"/>
          <ac:picMkLst>
            <pc:docMk/>
            <pc:sldMk cId="2709660663" sldId="257"/>
            <ac:picMk id="4" creationId="{0FF2BDC5-54C0-821F-A317-E500F101FC7A}"/>
          </ac:picMkLst>
        </pc:picChg>
        <pc:picChg chg="mod">
          <ac:chgData name="Guest User" userId="S::urn:spo:tenantanon#418068ac-1ea2-4e57-aa56-bea3065826c0::" providerId="AD" clId="Web-{E44FFB42-5322-65F4-C9D4-FBFBF5694E7D}" dt="2026-03-31T16:50:15.410" v="313" actId="1076"/>
          <ac:picMkLst>
            <pc:docMk/>
            <pc:sldMk cId="2709660663" sldId="257"/>
            <ac:picMk id="6" creationId="{6CB81414-4EBD-95DD-AC8D-EFCDE087045D}"/>
          </ac:picMkLst>
        </pc:picChg>
      </pc:sldChg>
    </pc:docChg>
  </pc:docChgLst>
  <pc:docChgLst>
    <pc:chgData name="Guest User" userId="S::urn:spo:tenantanon#418068ac-1ea2-4e57-aa56-bea3065826c0::" providerId="AD" clId="Web-{A4766359-88FE-D912-E869-9E518FC777B5}"/>
    <pc:docChg chg="modSld">
      <pc:chgData name="Guest User" userId="S::urn:spo:tenantanon#418068ac-1ea2-4e57-aa56-bea3065826c0::" providerId="AD" clId="Web-{A4766359-88FE-D912-E869-9E518FC777B5}" dt="2026-03-31T03:27:36.720" v="176" actId="20577"/>
      <pc:docMkLst>
        <pc:docMk/>
      </pc:docMkLst>
      <pc:sldChg chg="modSp">
        <pc:chgData name="Guest User" userId="S::urn:spo:tenantanon#418068ac-1ea2-4e57-aa56-bea3065826c0::" providerId="AD" clId="Web-{A4766359-88FE-D912-E869-9E518FC777B5}" dt="2026-03-31T03:27:36.720" v="176" actId="20577"/>
        <pc:sldMkLst>
          <pc:docMk/>
          <pc:sldMk cId="2709660663" sldId="257"/>
        </pc:sldMkLst>
        <pc:spChg chg="mod">
          <ac:chgData name="Guest User" userId="S::urn:spo:tenantanon#418068ac-1ea2-4e57-aa56-bea3065826c0::" providerId="AD" clId="Web-{A4766359-88FE-D912-E869-9E518FC777B5}" dt="2026-03-31T03:27:36.720" v="176" actId="20577"/>
          <ac:spMkLst>
            <pc:docMk/>
            <pc:sldMk cId="2709660663" sldId="257"/>
            <ac:spMk id="52" creationId="{122B8F71-E134-414F-9A2A-89B6A9482606}"/>
          </ac:spMkLst>
        </pc:spChg>
      </pc:sldChg>
    </pc:docChg>
  </pc:docChgLst>
  <pc:docChgLst>
    <pc:chgData name="Guest User" userId="S::urn:spo:tenantanon#418068ac-1ea2-4e57-aa56-bea3065826c0::" providerId="AD" clId="Web-{5917D5EA-CD72-0693-D0E5-9F63CE9483E7}"/>
    <pc:docChg chg="modSld">
      <pc:chgData name="Guest User" userId="S::urn:spo:tenantanon#418068ac-1ea2-4e57-aa56-bea3065826c0::" providerId="AD" clId="Web-{5917D5EA-CD72-0693-D0E5-9F63CE9483E7}" dt="2026-04-02T16:39:55.024" v="13" actId="20577"/>
      <pc:docMkLst>
        <pc:docMk/>
      </pc:docMkLst>
      <pc:sldChg chg="modSp">
        <pc:chgData name="Guest User" userId="S::urn:spo:tenantanon#418068ac-1ea2-4e57-aa56-bea3065826c0::" providerId="AD" clId="Web-{5917D5EA-CD72-0693-D0E5-9F63CE9483E7}" dt="2026-04-02T16:39:55.024" v="13" actId="20577"/>
        <pc:sldMkLst>
          <pc:docMk/>
          <pc:sldMk cId="2709660663" sldId="257"/>
        </pc:sldMkLst>
        <pc:spChg chg="mod">
          <ac:chgData name="Guest User" userId="S::urn:spo:tenantanon#418068ac-1ea2-4e57-aa56-bea3065826c0::" providerId="AD" clId="Web-{5917D5EA-CD72-0693-D0E5-9F63CE9483E7}" dt="2026-04-02T16:39:40.665" v="9" actId="20577"/>
          <ac:spMkLst>
            <pc:docMk/>
            <pc:sldMk cId="2709660663" sldId="257"/>
            <ac:spMk id="5" creationId="{23BBBB44-CA46-BA94-892D-0ECF7DDB1993}"/>
          </ac:spMkLst>
        </pc:spChg>
        <pc:spChg chg="mod">
          <ac:chgData name="Guest User" userId="S::urn:spo:tenantanon#418068ac-1ea2-4e57-aa56-bea3065826c0::" providerId="AD" clId="Web-{5917D5EA-CD72-0693-D0E5-9F63CE9483E7}" dt="2026-04-02T16:39:34.008" v="7" actId="20577"/>
          <ac:spMkLst>
            <pc:docMk/>
            <pc:sldMk cId="2709660663" sldId="257"/>
            <ac:spMk id="63" creationId="{9A32D62A-0501-F949-A5B2-821CB6B360C1}"/>
          </ac:spMkLst>
        </pc:spChg>
        <pc:spChg chg="mod">
          <ac:chgData name="Guest User" userId="S::urn:spo:tenantanon#418068ac-1ea2-4e57-aa56-bea3065826c0::" providerId="AD" clId="Web-{5917D5EA-CD72-0693-D0E5-9F63CE9483E7}" dt="2026-04-02T16:39:55.024" v="13" actId="20577"/>
          <ac:spMkLst>
            <pc:docMk/>
            <pc:sldMk cId="2709660663" sldId="257"/>
            <ac:spMk id="74" creationId="{D3B353B1-5EC5-9B40-8654-50B3A5F38B70}"/>
          </ac:spMkLst>
        </pc:spChg>
      </pc:sldChg>
    </pc:docChg>
  </pc:docChgLst>
  <pc:docChgLst>
    <pc:chgData name="Guest User" userId="S::urn:spo:tenantanon#418068ac-1ea2-4e57-aa56-bea3065826c0::" providerId="AD" clId="Web-{6BF23246-A405-5297-74AB-D88A94813E11}"/>
    <pc:docChg chg="modSld">
      <pc:chgData name="Guest User" userId="S::urn:spo:tenantanon#418068ac-1ea2-4e57-aa56-bea3065826c0::" providerId="AD" clId="Web-{6BF23246-A405-5297-74AB-D88A94813E11}" dt="2026-03-26T17:11:39.561" v="430" actId="20577"/>
      <pc:docMkLst>
        <pc:docMk/>
      </pc:docMkLst>
      <pc:sldChg chg="modSp">
        <pc:chgData name="Guest User" userId="S::urn:spo:tenantanon#418068ac-1ea2-4e57-aa56-bea3065826c0::" providerId="AD" clId="Web-{6BF23246-A405-5297-74AB-D88A94813E11}" dt="2026-03-26T17:11:39.561" v="430" actId="20577"/>
        <pc:sldMkLst>
          <pc:docMk/>
          <pc:sldMk cId="2709660663" sldId="257"/>
        </pc:sldMkLst>
        <pc:spChg chg="mod">
          <ac:chgData name="Guest User" userId="S::urn:spo:tenantanon#418068ac-1ea2-4e57-aa56-bea3065826c0::" providerId="AD" clId="Web-{6BF23246-A405-5297-74AB-D88A94813E11}" dt="2026-03-26T17:11:39.561" v="430" actId="20577"/>
          <ac:spMkLst>
            <pc:docMk/>
            <pc:sldMk cId="2709660663" sldId="257"/>
            <ac:spMk id="16" creationId="{00000000-0000-0000-0000-000000000000}"/>
          </ac:spMkLst>
        </pc:spChg>
        <pc:spChg chg="mod">
          <ac:chgData name="Guest User" userId="S::urn:spo:tenantanon#418068ac-1ea2-4e57-aa56-bea3065826c0::" providerId="AD" clId="Web-{6BF23246-A405-5297-74AB-D88A94813E11}" dt="2026-03-26T16:59:17.509" v="419" actId="20577"/>
          <ac:spMkLst>
            <pc:docMk/>
            <pc:sldMk cId="2709660663" sldId="257"/>
            <ac:spMk id="50" creationId="{D52D404C-22B6-5E44-8D47-70D924BED731}"/>
          </ac:spMkLst>
        </pc:spChg>
        <pc:spChg chg="mod">
          <ac:chgData name="Guest User" userId="S::urn:spo:tenantanon#418068ac-1ea2-4e57-aa56-bea3065826c0::" providerId="AD" clId="Web-{6BF23246-A405-5297-74AB-D88A94813E11}" dt="2026-03-26T17:06:19.262" v="426" actId="20577"/>
          <ac:spMkLst>
            <pc:docMk/>
            <pc:sldMk cId="2709660663" sldId="257"/>
            <ac:spMk id="71" creationId="{91F0780E-0709-FD48-B93E-B99DCFE28DBE}"/>
          </ac:spMkLst>
        </pc:spChg>
      </pc:sldChg>
    </pc:docChg>
  </pc:docChgLst>
  <pc:docChgLst>
    <pc:chgData name="Guest User" userId="S::urn:spo:tenantanon#418068ac-1ea2-4e57-aa56-bea3065826c0::" providerId="AD" clId="Web-{67727326-8F32-8758-91F1-7131571815F1}"/>
    <pc:docChg chg="modSld">
      <pc:chgData name="Guest User" userId="S::urn:spo:tenantanon#418068ac-1ea2-4e57-aa56-bea3065826c0::" providerId="AD" clId="Web-{67727326-8F32-8758-91F1-7131571815F1}" dt="2026-04-02T17:09:35.194" v="27" actId="20577"/>
      <pc:docMkLst>
        <pc:docMk/>
      </pc:docMkLst>
      <pc:sldChg chg="modSp">
        <pc:chgData name="Guest User" userId="S::urn:spo:tenantanon#418068ac-1ea2-4e57-aa56-bea3065826c0::" providerId="AD" clId="Web-{67727326-8F32-8758-91F1-7131571815F1}" dt="2026-04-02T17:09:35.194" v="27" actId="20577"/>
        <pc:sldMkLst>
          <pc:docMk/>
          <pc:sldMk cId="2709660663" sldId="257"/>
        </pc:sldMkLst>
        <pc:spChg chg="mod">
          <ac:chgData name="Guest User" userId="S::urn:spo:tenantanon#418068ac-1ea2-4e57-aa56-bea3065826c0::" providerId="AD" clId="Web-{67727326-8F32-8758-91F1-7131571815F1}" dt="2026-04-02T17:09:35.194" v="27" actId="20577"/>
          <ac:spMkLst>
            <pc:docMk/>
            <pc:sldMk cId="2709660663" sldId="257"/>
            <ac:spMk id="71" creationId="{91F0780E-0709-FD48-B93E-B99DCFE28DBE}"/>
          </ac:spMkLst>
        </pc:spChg>
      </pc:sldChg>
    </pc:docChg>
  </pc:docChgLst>
  <pc:docChgLst>
    <pc:chgData name="Guest User" userId="S::urn:spo:tenantanon#418068ac-1ea2-4e57-aa56-bea3065826c0::" providerId="AD" clId="Web-{206A719C-B240-1C61-4067-D50C3B1DE70E}"/>
    <pc:docChg chg="modSld">
      <pc:chgData name="Guest User" userId="S::urn:spo:tenantanon#418068ac-1ea2-4e57-aa56-bea3065826c0::" providerId="AD" clId="Web-{206A719C-B240-1C61-4067-D50C3B1DE70E}" dt="2026-04-07T17:01:29.951" v="90" actId="1076"/>
      <pc:docMkLst>
        <pc:docMk/>
      </pc:docMkLst>
      <pc:sldChg chg="modSp">
        <pc:chgData name="Guest User" userId="S::urn:spo:tenantanon#418068ac-1ea2-4e57-aa56-bea3065826c0::" providerId="AD" clId="Web-{206A719C-B240-1C61-4067-D50C3B1DE70E}" dt="2026-04-07T17:01:29.951" v="90" actId="1076"/>
        <pc:sldMkLst>
          <pc:docMk/>
          <pc:sldMk cId="2709660663" sldId="257"/>
        </pc:sldMkLst>
        <pc:spChg chg="mod">
          <ac:chgData name="Guest User" userId="S::urn:spo:tenantanon#418068ac-1ea2-4e57-aa56-bea3065826c0::" providerId="AD" clId="Web-{206A719C-B240-1C61-4067-D50C3B1DE70E}" dt="2026-04-07T17:01:29.951" v="90" actId="1076"/>
          <ac:spMkLst>
            <pc:docMk/>
            <pc:sldMk cId="2709660663" sldId="257"/>
            <ac:spMk id="13" creationId="{26BB88EF-9FDD-379D-754E-B138D8B40728}"/>
          </ac:spMkLst>
        </pc:spChg>
      </pc:sldChg>
    </pc:docChg>
  </pc:docChgLst>
  <pc:docChgLst>
    <pc:chgData name="Guest User" userId="S::urn:spo:tenantanon#418068ac-1ea2-4e57-aa56-bea3065826c0::" providerId="AD" clId="Web-{951FC477-B52D-5C53-2DEC-E9E47D5E46CC}"/>
    <pc:docChg chg="modSld">
      <pc:chgData name="Guest User" userId="S::urn:spo:tenantanon#418068ac-1ea2-4e57-aa56-bea3065826c0::" providerId="AD" clId="Web-{951FC477-B52D-5C53-2DEC-E9E47D5E46CC}" dt="2026-04-02T17:28:06.428" v="31" actId="20577"/>
      <pc:docMkLst>
        <pc:docMk/>
      </pc:docMkLst>
      <pc:sldChg chg="modSp">
        <pc:chgData name="Guest User" userId="S::urn:spo:tenantanon#418068ac-1ea2-4e57-aa56-bea3065826c0::" providerId="AD" clId="Web-{951FC477-B52D-5C53-2DEC-E9E47D5E46CC}" dt="2026-04-02T17:28:06.428" v="31" actId="20577"/>
        <pc:sldMkLst>
          <pc:docMk/>
          <pc:sldMk cId="2709660663" sldId="257"/>
        </pc:sldMkLst>
        <pc:spChg chg="mod">
          <ac:chgData name="Guest User" userId="S::urn:spo:tenantanon#418068ac-1ea2-4e57-aa56-bea3065826c0::" providerId="AD" clId="Web-{951FC477-B52D-5C53-2DEC-E9E47D5E46CC}" dt="2026-04-02T17:27:26.551" v="30" actId="20577"/>
          <ac:spMkLst>
            <pc:docMk/>
            <pc:sldMk cId="2709660663" sldId="257"/>
            <ac:spMk id="2" creationId="{17319E8F-1586-2362-DE0D-4D25667ABB8D}"/>
          </ac:spMkLst>
        </pc:spChg>
        <pc:spChg chg="mod">
          <ac:chgData name="Guest User" userId="S::urn:spo:tenantanon#418068ac-1ea2-4e57-aa56-bea3065826c0::" providerId="AD" clId="Web-{951FC477-B52D-5C53-2DEC-E9E47D5E46CC}" dt="2026-04-02T17:26:14.595" v="29" actId="20577"/>
          <ac:spMkLst>
            <pc:docMk/>
            <pc:sldMk cId="2709660663" sldId="257"/>
            <ac:spMk id="16" creationId="{00000000-0000-0000-0000-000000000000}"/>
          </ac:spMkLst>
        </pc:spChg>
        <pc:spChg chg="mod">
          <ac:chgData name="Guest User" userId="S::urn:spo:tenantanon#418068ac-1ea2-4e57-aa56-bea3065826c0::" providerId="AD" clId="Web-{951FC477-B52D-5C53-2DEC-E9E47D5E46CC}" dt="2026-04-02T17:28:06.428" v="31" actId="20577"/>
          <ac:spMkLst>
            <pc:docMk/>
            <pc:sldMk cId="2709660663" sldId="257"/>
            <ac:spMk id="52" creationId="{122B8F71-E134-414F-9A2A-89B6A9482606}"/>
          </ac:spMkLst>
        </pc:spChg>
        <pc:spChg chg="mod">
          <ac:chgData name="Guest User" userId="S::urn:spo:tenantanon#418068ac-1ea2-4e57-aa56-bea3065826c0::" providerId="AD" clId="Web-{951FC477-B52D-5C53-2DEC-E9E47D5E46CC}" dt="2026-04-02T17:16:56.070" v="12" actId="20577"/>
          <ac:spMkLst>
            <pc:docMk/>
            <pc:sldMk cId="2709660663" sldId="257"/>
            <ac:spMk id="54" creationId="{D25BFCBA-8F53-DD46-A2ED-0F4416500F31}"/>
          </ac:spMkLst>
        </pc:spChg>
        <pc:picChg chg="mod">
          <ac:chgData name="Guest User" userId="S::urn:spo:tenantanon#418068ac-1ea2-4e57-aa56-bea3065826c0::" providerId="AD" clId="Web-{951FC477-B52D-5C53-2DEC-E9E47D5E46CC}" dt="2026-04-02T17:24:54.604" v="14" actId="1076"/>
          <ac:picMkLst>
            <pc:docMk/>
            <pc:sldMk cId="2709660663" sldId="257"/>
            <ac:picMk id="10" creationId="{739C05DB-DE76-B68A-4CDC-DB40001F5CE3}"/>
          </ac:picMkLst>
        </pc:picChg>
      </pc:sldChg>
    </pc:docChg>
  </pc:docChgLst>
  <pc:docChgLst>
    <pc:chgData name="Lehtola, Jacob" userId="b989354b-8741-4a7f-b8b6-824f84fe7c0a" providerId="ADAL" clId="{10EB96BE-FEDB-4A54-ABE5-D7F4346781DE}"/>
    <pc:docChg chg="modSld">
      <pc:chgData name="Lehtola, Jacob" userId="b989354b-8741-4a7f-b8b6-824f84fe7c0a" providerId="ADAL" clId="{10EB96BE-FEDB-4A54-ABE5-D7F4346781DE}" dt="2026-03-28T01:48:25.447" v="1" actId="20577"/>
      <pc:docMkLst>
        <pc:docMk/>
      </pc:docMkLst>
      <pc:sldChg chg="modSp mod">
        <pc:chgData name="Lehtola, Jacob" userId="b989354b-8741-4a7f-b8b6-824f84fe7c0a" providerId="ADAL" clId="{10EB96BE-FEDB-4A54-ABE5-D7F4346781DE}" dt="2026-03-28T01:48:25.447" v="1" actId="20577"/>
        <pc:sldMkLst>
          <pc:docMk/>
          <pc:sldMk cId="2709660663" sldId="257"/>
        </pc:sldMkLst>
        <pc:spChg chg="mod">
          <ac:chgData name="Lehtola, Jacob" userId="b989354b-8741-4a7f-b8b6-824f84fe7c0a" providerId="ADAL" clId="{10EB96BE-FEDB-4A54-ABE5-D7F4346781DE}" dt="2026-03-28T01:48:25.447" v="1" actId="20577"/>
          <ac:spMkLst>
            <pc:docMk/>
            <pc:sldMk cId="2709660663" sldId="257"/>
            <ac:spMk id="71" creationId="{91F0780E-0709-FD48-B93E-B99DCFE28DBE}"/>
          </ac:spMkLst>
        </pc:spChg>
      </pc:sldChg>
    </pc:docChg>
  </pc:docChgLst>
  <pc:docChgLst>
    <pc:chgData name="Lehtola, Jacob" userId="b989354b-8741-4a7f-b8b6-824f84fe7c0a" providerId="ADAL" clId="{4F685A90-F7E7-43D9-9341-9C1C1814C967}"/>
    <pc:docChg chg="undo custSel modSld">
      <pc:chgData name="Lehtola, Jacob" userId="b989354b-8741-4a7f-b8b6-824f84fe7c0a" providerId="ADAL" clId="{4F685A90-F7E7-43D9-9341-9C1C1814C967}" dt="2026-04-07T17:15:14.294" v="2472" actId="1035"/>
      <pc:docMkLst>
        <pc:docMk/>
      </pc:docMkLst>
      <pc:sldChg chg="addSp delSp modSp mod">
        <pc:chgData name="Lehtola, Jacob" userId="b989354b-8741-4a7f-b8b6-824f84fe7c0a" providerId="ADAL" clId="{4F685A90-F7E7-43D9-9341-9C1C1814C967}" dt="2026-04-07T17:15:14.294" v="2472" actId="1035"/>
        <pc:sldMkLst>
          <pc:docMk/>
          <pc:sldMk cId="2709660663" sldId="257"/>
        </pc:sldMkLst>
        <pc:spChg chg="add mod">
          <ac:chgData name="Lehtola, Jacob" userId="b989354b-8741-4a7f-b8b6-824f84fe7c0a" providerId="ADAL" clId="{4F685A90-F7E7-43D9-9341-9C1C1814C967}" dt="2026-04-02T16:10:17.990" v="1839" actId="20577"/>
          <ac:spMkLst>
            <pc:docMk/>
            <pc:sldMk cId="2709660663" sldId="257"/>
            <ac:spMk id="2" creationId="{17319E8F-1586-2362-DE0D-4D25667ABB8D}"/>
          </ac:spMkLst>
        </pc:spChg>
        <pc:spChg chg="add mod">
          <ac:chgData name="Lehtola, Jacob" userId="b989354b-8741-4a7f-b8b6-824f84fe7c0a" providerId="ADAL" clId="{4F685A90-F7E7-43D9-9341-9C1C1814C967}" dt="2026-04-07T17:09:13.992" v="2433" actId="1036"/>
          <ac:spMkLst>
            <pc:docMk/>
            <pc:sldMk cId="2709660663" sldId="257"/>
            <ac:spMk id="5" creationId="{23BBBB44-CA46-BA94-892D-0ECF7DDB1993}"/>
          </ac:spMkLst>
        </pc:spChg>
        <pc:spChg chg="mod">
          <ac:chgData name="Lehtola, Jacob" userId="b989354b-8741-4a7f-b8b6-824f84fe7c0a" providerId="ADAL" clId="{4F685A90-F7E7-43D9-9341-9C1C1814C967}" dt="2026-04-07T17:12:47.259" v="2459" actId="1076"/>
          <ac:spMkLst>
            <pc:docMk/>
            <pc:sldMk cId="2709660663" sldId="257"/>
            <ac:spMk id="11" creationId="{00000000-0000-0000-0000-000000000000}"/>
          </ac:spMkLst>
        </pc:spChg>
        <pc:spChg chg="add mod">
          <ac:chgData name="Lehtola, Jacob" userId="b989354b-8741-4a7f-b8b6-824f84fe7c0a" providerId="ADAL" clId="{4F685A90-F7E7-43D9-9341-9C1C1814C967}" dt="2026-04-02T17:22:14.625" v="2218" actId="1036"/>
          <ac:spMkLst>
            <pc:docMk/>
            <pc:sldMk cId="2709660663" sldId="257"/>
            <ac:spMk id="13" creationId="{26BB88EF-9FDD-379D-754E-B138D8B40728}"/>
          </ac:spMkLst>
        </pc:spChg>
        <pc:spChg chg="mod">
          <ac:chgData name="Lehtola, Jacob" userId="b989354b-8741-4a7f-b8b6-824f84fe7c0a" providerId="ADAL" clId="{4F685A90-F7E7-43D9-9341-9C1C1814C967}" dt="2026-04-02T17:24:03.528" v="2320" actId="20577"/>
          <ac:spMkLst>
            <pc:docMk/>
            <pc:sldMk cId="2709660663" sldId="257"/>
            <ac:spMk id="16" creationId="{00000000-0000-0000-0000-000000000000}"/>
          </ac:spMkLst>
        </pc:spChg>
        <pc:spChg chg="mod">
          <ac:chgData name="Lehtola, Jacob" userId="b989354b-8741-4a7f-b8b6-824f84fe7c0a" providerId="ADAL" clId="{4F685A90-F7E7-43D9-9341-9C1C1814C967}" dt="2026-04-07T17:12:47.259" v="2459" actId="1076"/>
          <ac:spMkLst>
            <pc:docMk/>
            <pc:sldMk cId="2709660663" sldId="257"/>
            <ac:spMk id="33" creationId="{131E4EA6-E914-104F-AF0A-B617E4CD864C}"/>
          </ac:spMkLst>
        </pc:spChg>
        <pc:spChg chg="mod">
          <ac:chgData name="Lehtola, Jacob" userId="b989354b-8741-4a7f-b8b6-824f84fe7c0a" providerId="ADAL" clId="{4F685A90-F7E7-43D9-9341-9C1C1814C967}" dt="2026-03-31T16:45:48.547" v="1048" actId="255"/>
          <ac:spMkLst>
            <pc:docMk/>
            <pc:sldMk cId="2709660663" sldId="257"/>
            <ac:spMk id="42" creationId="{00000000-0000-0000-0000-000000000000}"/>
          </ac:spMkLst>
        </pc:spChg>
        <pc:spChg chg="mod">
          <ac:chgData name="Lehtola, Jacob" userId="b989354b-8741-4a7f-b8b6-824f84fe7c0a" providerId="ADAL" clId="{4F685A90-F7E7-43D9-9341-9C1C1814C967}" dt="2026-04-07T17:15:14.294" v="2472" actId="1035"/>
          <ac:spMkLst>
            <pc:docMk/>
            <pc:sldMk cId="2709660663" sldId="257"/>
            <ac:spMk id="50" creationId="{D52D404C-22B6-5E44-8D47-70D924BED731}"/>
          </ac:spMkLst>
        </pc:spChg>
        <pc:spChg chg="mod">
          <ac:chgData name="Lehtola, Jacob" userId="b989354b-8741-4a7f-b8b6-824f84fe7c0a" providerId="ADAL" clId="{4F685A90-F7E7-43D9-9341-9C1C1814C967}" dt="2026-04-02T17:02:41.600" v="1872" actId="1076"/>
          <ac:spMkLst>
            <pc:docMk/>
            <pc:sldMk cId="2709660663" sldId="257"/>
            <ac:spMk id="51" creationId="{5F260FA1-F34C-E848-8BF8-421439B9412C}"/>
          </ac:spMkLst>
        </pc:spChg>
        <pc:spChg chg="mod">
          <ac:chgData name="Lehtola, Jacob" userId="b989354b-8741-4a7f-b8b6-824f84fe7c0a" providerId="ADAL" clId="{4F685A90-F7E7-43D9-9341-9C1C1814C967}" dt="2026-04-02T17:23:07.913" v="2259" actId="20577"/>
          <ac:spMkLst>
            <pc:docMk/>
            <pc:sldMk cId="2709660663" sldId="257"/>
            <ac:spMk id="52" creationId="{122B8F71-E134-414F-9A2A-89B6A9482606}"/>
          </ac:spMkLst>
        </pc:spChg>
        <pc:spChg chg="mod">
          <ac:chgData name="Lehtola, Jacob" userId="b989354b-8741-4a7f-b8b6-824f84fe7c0a" providerId="ADAL" clId="{4F685A90-F7E7-43D9-9341-9C1C1814C967}" dt="2026-03-31T16:45:56.389" v="1050" actId="255"/>
          <ac:spMkLst>
            <pc:docMk/>
            <pc:sldMk cId="2709660663" sldId="257"/>
            <ac:spMk id="53" creationId="{9ADEE2E9-7AD4-AF4A-A8DE-2DD6E398169D}"/>
          </ac:spMkLst>
        </pc:spChg>
        <pc:spChg chg="mod">
          <ac:chgData name="Lehtola, Jacob" userId="b989354b-8741-4a7f-b8b6-824f84fe7c0a" providerId="ADAL" clId="{4F685A90-F7E7-43D9-9341-9C1C1814C967}" dt="2026-04-02T17:23:17.615" v="2295" actId="20577"/>
          <ac:spMkLst>
            <pc:docMk/>
            <pc:sldMk cId="2709660663" sldId="257"/>
            <ac:spMk id="54" creationId="{D25BFCBA-8F53-DD46-A2ED-0F4416500F31}"/>
          </ac:spMkLst>
        </pc:spChg>
        <pc:spChg chg="mod">
          <ac:chgData name="Lehtola, Jacob" userId="b989354b-8741-4a7f-b8b6-824f84fe7c0a" providerId="ADAL" clId="{4F685A90-F7E7-43D9-9341-9C1C1814C967}" dt="2026-03-31T16:46:01.578" v="1051" actId="255"/>
          <ac:spMkLst>
            <pc:docMk/>
            <pc:sldMk cId="2709660663" sldId="257"/>
            <ac:spMk id="55" creationId="{4168701F-1D5B-6345-99A6-4CEE0D810E8D}"/>
          </ac:spMkLst>
        </pc:spChg>
        <pc:spChg chg="mod">
          <ac:chgData name="Lehtola, Jacob" userId="b989354b-8741-4a7f-b8b6-824f84fe7c0a" providerId="ADAL" clId="{4F685A90-F7E7-43D9-9341-9C1C1814C967}" dt="2026-04-02T17:06:15.244" v="1912" actId="1035"/>
          <ac:spMkLst>
            <pc:docMk/>
            <pc:sldMk cId="2709660663" sldId="257"/>
            <ac:spMk id="63" creationId="{9A32D62A-0501-F949-A5B2-821CB6B360C1}"/>
          </ac:spMkLst>
        </pc:spChg>
        <pc:spChg chg="mod">
          <ac:chgData name="Lehtola, Jacob" userId="b989354b-8741-4a7f-b8b6-824f84fe7c0a" providerId="ADAL" clId="{4F685A90-F7E7-43D9-9341-9C1C1814C967}" dt="2026-04-02T16:17:41.128" v="1868" actId="20577"/>
          <ac:spMkLst>
            <pc:docMk/>
            <pc:sldMk cId="2709660663" sldId="257"/>
            <ac:spMk id="66" creationId="{EC1F8AC7-7AEA-E74F-BE38-74113B20D5C9}"/>
          </ac:spMkLst>
        </pc:spChg>
        <pc:spChg chg="mod">
          <ac:chgData name="Lehtola, Jacob" userId="b989354b-8741-4a7f-b8b6-824f84fe7c0a" providerId="ADAL" clId="{4F685A90-F7E7-43D9-9341-9C1C1814C967}" dt="2026-04-07T17:09:09.246" v="2418" actId="1036"/>
          <ac:spMkLst>
            <pc:docMk/>
            <pc:sldMk cId="2709660663" sldId="257"/>
            <ac:spMk id="67" creationId="{8E91F93C-A7BD-B64A-849B-B4DA616BE3FB}"/>
          </ac:spMkLst>
        </pc:spChg>
        <pc:spChg chg="mod">
          <ac:chgData name="Lehtola, Jacob" userId="b989354b-8741-4a7f-b8b6-824f84fe7c0a" providerId="ADAL" clId="{4F685A90-F7E7-43D9-9341-9C1C1814C967}" dt="2026-04-07T17:09:09.246" v="2418" actId="1036"/>
          <ac:spMkLst>
            <pc:docMk/>
            <pc:sldMk cId="2709660663" sldId="257"/>
            <ac:spMk id="71" creationId="{91F0780E-0709-FD48-B93E-B99DCFE28DBE}"/>
          </ac:spMkLst>
        </pc:spChg>
        <pc:spChg chg="mod">
          <ac:chgData name="Lehtola, Jacob" userId="b989354b-8741-4a7f-b8b6-824f84fe7c0a" providerId="ADAL" clId="{4F685A90-F7E7-43D9-9341-9C1C1814C967}" dt="2026-04-07T17:09:04.231" v="2399" actId="1036"/>
          <ac:spMkLst>
            <pc:docMk/>
            <pc:sldMk cId="2709660663" sldId="257"/>
            <ac:spMk id="72" creationId="{5E014FC1-89AE-2C42-B656-71AC274FF794}"/>
          </ac:spMkLst>
        </pc:spChg>
        <pc:spChg chg="mod">
          <ac:chgData name="Lehtola, Jacob" userId="b989354b-8741-4a7f-b8b6-824f84fe7c0a" providerId="ADAL" clId="{4F685A90-F7E7-43D9-9341-9C1C1814C967}" dt="2026-04-07T17:09:04.231" v="2399" actId="1036"/>
          <ac:spMkLst>
            <pc:docMk/>
            <pc:sldMk cId="2709660663" sldId="257"/>
            <ac:spMk id="74" creationId="{D3B353B1-5EC5-9B40-8654-50B3A5F38B70}"/>
          </ac:spMkLst>
        </pc:spChg>
        <pc:picChg chg="add mod">
          <ac:chgData name="Lehtola, Jacob" userId="b989354b-8741-4a7f-b8b6-824f84fe7c0a" providerId="ADAL" clId="{4F685A90-F7E7-43D9-9341-9C1C1814C967}" dt="2026-04-07T17:12:31.181" v="2458" actId="571"/>
          <ac:picMkLst>
            <pc:docMk/>
            <pc:sldMk cId="2709660663" sldId="257"/>
            <ac:picMk id="3" creationId="{3880BD70-1216-E7D3-E9B4-AD0F10E5D145}"/>
          </ac:picMkLst>
        </pc:picChg>
        <pc:picChg chg="add mod">
          <ac:chgData name="Lehtola, Jacob" userId="b989354b-8741-4a7f-b8b6-824f84fe7c0a" providerId="ADAL" clId="{4F685A90-F7E7-43D9-9341-9C1C1814C967}" dt="2026-04-07T17:09:13.992" v="2433" actId="1036"/>
          <ac:picMkLst>
            <pc:docMk/>
            <pc:sldMk cId="2709660663" sldId="257"/>
            <ac:picMk id="4" creationId="{0FF2BDC5-54C0-821F-A317-E500F101FC7A}"/>
          </ac:picMkLst>
        </pc:picChg>
        <pc:picChg chg="add mod">
          <ac:chgData name="Lehtola, Jacob" userId="b989354b-8741-4a7f-b8b6-824f84fe7c0a" providerId="ADAL" clId="{4F685A90-F7E7-43D9-9341-9C1C1814C967}" dt="2026-04-07T17:14:16.724" v="2466" actId="14100"/>
          <ac:picMkLst>
            <pc:docMk/>
            <pc:sldMk cId="2709660663" sldId="257"/>
            <ac:picMk id="6" creationId="{6CB81414-4EBD-95DD-AC8D-EFCDE087045D}"/>
          </ac:picMkLst>
        </pc:picChg>
        <pc:picChg chg="add mod">
          <ac:chgData name="Lehtola, Jacob" userId="b989354b-8741-4a7f-b8b6-824f84fe7c0a" providerId="ADAL" clId="{4F685A90-F7E7-43D9-9341-9C1C1814C967}" dt="2026-04-02T17:07:53.529" v="2090" actId="1076"/>
          <ac:picMkLst>
            <pc:docMk/>
            <pc:sldMk cId="2709660663" sldId="257"/>
            <ac:picMk id="7" creationId="{DB8EBB75-29EB-4C4E-1803-CB32D8776840}"/>
          </ac:picMkLst>
        </pc:picChg>
        <pc:picChg chg="add mod ord">
          <ac:chgData name="Lehtola, Jacob" userId="b989354b-8741-4a7f-b8b6-824f84fe7c0a" providerId="ADAL" clId="{4F685A90-F7E7-43D9-9341-9C1C1814C967}" dt="2026-04-07T17:13:06.723" v="2464" actId="1076"/>
          <ac:picMkLst>
            <pc:docMk/>
            <pc:sldMk cId="2709660663" sldId="257"/>
            <ac:picMk id="8" creationId="{7510D6EB-1DE1-C1D9-2285-B8DB041E394E}"/>
          </ac:picMkLst>
        </pc:picChg>
        <pc:picChg chg="add mod modCrop">
          <ac:chgData name="Lehtola, Jacob" userId="b989354b-8741-4a7f-b8b6-824f84fe7c0a" providerId="ADAL" clId="{4F685A90-F7E7-43D9-9341-9C1C1814C967}" dt="2026-04-02T17:22:14.625" v="2218" actId="1036"/>
          <ac:picMkLst>
            <pc:docMk/>
            <pc:sldMk cId="2709660663" sldId="257"/>
            <ac:picMk id="10" creationId="{739C05DB-DE76-B68A-4CDC-DB40001F5CE3}"/>
          </ac:picMkLst>
        </pc:picChg>
        <pc:picChg chg="add mod">
          <ac:chgData name="Lehtola, Jacob" userId="b989354b-8741-4a7f-b8b6-824f84fe7c0a" providerId="ADAL" clId="{4F685A90-F7E7-43D9-9341-9C1C1814C967}" dt="2026-04-07T17:08:13.622" v="2336" actId="1076"/>
          <ac:picMkLst>
            <pc:docMk/>
            <pc:sldMk cId="2709660663" sldId="257"/>
            <ac:picMk id="14" creationId="{D269209E-9B47-2CE3-8EA1-C3DAA8000720}"/>
          </ac:picMkLst>
        </pc:picChg>
        <pc:picChg chg="add del mod modCrop">
          <ac:chgData name="Lehtola, Jacob" userId="b989354b-8741-4a7f-b8b6-824f84fe7c0a" providerId="ADAL" clId="{4F685A90-F7E7-43D9-9341-9C1C1814C967}" dt="2026-04-07T17:07:35.741" v="2321" actId="478"/>
          <ac:picMkLst>
            <pc:docMk/>
            <pc:sldMk cId="2709660663" sldId="257"/>
            <ac:picMk id="20" creationId="{2384A779-1D7C-B234-D651-BA9F1769A5AA}"/>
          </ac:picMkLst>
        </pc:picChg>
        <pc:cxnChg chg="mod">
          <ac:chgData name="Lehtola, Jacob" userId="b989354b-8741-4a7f-b8b6-824f84fe7c0a" providerId="ADAL" clId="{4F685A90-F7E7-43D9-9341-9C1C1814C967}" dt="2026-04-07T17:12:00.664" v="2455" actId="1076"/>
          <ac:cxnSpMkLst>
            <pc:docMk/>
            <pc:sldMk cId="2709660663" sldId="257"/>
            <ac:cxnSpMk id="78" creationId="{13D3A641-3556-174E-81A8-FB2A256E9AF5}"/>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ED9595-0AE4-4B15-B393-D0F1DD0EB94B}" type="datetimeFigureOut">
              <a:rPr lang="en-US" smtClean="0"/>
              <a:t>4/7/2026</a:t>
            </a:fld>
            <a:endParaRPr lang="en-US"/>
          </a:p>
        </p:txBody>
      </p:sp>
      <p:sp>
        <p:nvSpPr>
          <p:cNvPr id="4" name="Slide Image Placeholder 3"/>
          <p:cNvSpPr>
            <a:spLocks noGrp="1" noRot="1" noChangeAspect="1"/>
          </p:cNvSpPr>
          <p:nvPr>
            <p:ph type="sldImg" idx="2"/>
          </p:nvPr>
        </p:nvSpPr>
        <p:spPr>
          <a:xfrm>
            <a:off x="1885950" y="1143000"/>
            <a:ext cx="30861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925C3F-4975-439A-8DC6-D347DA98E7F9}" type="slidenum">
              <a:rPr lang="en-US" smtClean="0"/>
              <a:t>‹#›</a:t>
            </a:fld>
            <a:endParaRPr lang="en-US"/>
          </a:p>
        </p:txBody>
      </p:sp>
    </p:spTree>
    <p:extLst>
      <p:ext uri="{BB962C8B-B14F-4D97-AF65-F5344CB8AC3E}">
        <p14:creationId xmlns:p14="http://schemas.microsoft.com/office/powerpoint/2010/main" val="3463055927"/>
      </p:ext>
    </p:extLst>
  </p:cSld>
  <p:clrMap bg1="lt1" tx1="dk1" bg2="lt2" tx2="dk2" accent1="accent1" accent2="accent2" accent3="accent3" accent4="accent4" accent5="accent5" accent6="accent6" hlink="hlink" folHlink="folHlink"/>
  <p:notesStyle>
    <a:lvl1pPr marL="0" algn="l" defTabSz="3686861" rtl="0" eaLnBrk="1" latinLnBrk="0" hangingPunct="1">
      <a:defRPr sz="4838" kern="1200">
        <a:solidFill>
          <a:schemeClr val="tx1"/>
        </a:solidFill>
        <a:latin typeface="+mn-lt"/>
        <a:ea typeface="+mn-ea"/>
        <a:cs typeface="+mn-cs"/>
      </a:defRPr>
    </a:lvl1pPr>
    <a:lvl2pPr marL="1843430" algn="l" defTabSz="3686861" rtl="0" eaLnBrk="1" latinLnBrk="0" hangingPunct="1">
      <a:defRPr sz="4838" kern="1200">
        <a:solidFill>
          <a:schemeClr val="tx1"/>
        </a:solidFill>
        <a:latin typeface="+mn-lt"/>
        <a:ea typeface="+mn-ea"/>
        <a:cs typeface="+mn-cs"/>
      </a:defRPr>
    </a:lvl2pPr>
    <a:lvl3pPr marL="3686861" algn="l" defTabSz="3686861" rtl="0" eaLnBrk="1" latinLnBrk="0" hangingPunct="1">
      <a:defRPr sz="4838" kern="1200">
        <a:solidFill>
          <a:schemeClr val="tx1"/>
        </a:solidFill>
        <a:latin typeface="+mn-lt"/>
        <a:ea typeface="+mn-ea"/>
        <a:cs typeface="+mn-cs"/>
      </a:defRPr>
    </a:lvl3pPr>
    <a:lvl4pPr marL="5530291" algn="l" defTabSz="3686861" rtl="0" eaLnBrk="1" latinLnBrk="0" hangingPunct="1">
      <a:defRPr sz="4838" kern="1200">
        <a:solidFill>
          <a:schemeClr val="tx1"/>
        </a:solidFill>
        <a:latin typeface="+mn-lt"/>
        <a:ea typeface="+mn-ea"/>
        <a:cs typeface="+mn-cs"/>
      </a:defRPr>
    </a:lvl4pPr>
    <a:lvl5pPr marL="7373722" algn="l" defTabSz="3686861" rtl="0" eaLnBrk="1" latinLnBrk="0" hangingPunct="1">
      <a:defRPr sz="4838" kern="1200">
        <a:solidFill>
          <a:schemeClr val="tx1"/>
        </a:solidFill>
        <a:latin typeface="+mn-lt"/>
        <a:ea typeface="+mn-ea"/>
        <a:cs typeface="+mn-cs"/>
      </a:defRPr>
    </a:lvl5pPr>
    <a:lvl6pPr marL="9217152" algn="l" defTabSz="3686861" rtl="0" eaLnBrk="1" latinLnBrk="0" hangingPunct="1">
      <a:defRPr sz="4838" kern="1200">
        <a:solidFill>
          <a:schemeClr val="tx1"/>
        </a:solidFill>
        <a:latin typeface="+mn-lt"/>
        <a:ea typeface="+mn-ea"/>
        <a:cs typeface="+mn-cs"/>
      </a:defRPr>
    </a:lvl6pPr>
    <a:lvl7pPr marL="11060582" algn="l" defTabSz="3686861" rtl="0" eaLnBrk="1" latinLnBrk="0" hangingPunct="1">
      <a:defRPr sz="4838" kern="1200">
        <a:solidFill>
          <a:schemeClr val="tx1"/>
        </a:solidFill>
        <a:latin typeface="+mn-lt"/>
        <a:ea typeface="+mn-ea"/>
        <a:cs typeface="+mn-cs"/>
      </a:defRPr>
    </a:lvl7pPr>
    <a:lvl8pPr marL="12904013" algn="l" defTabSz="3686861" rtl="0" eaLnBrk="1" latinLnBrk="0" hangingPunct="1">
      <a:defRPr sz="4838" kern="1200">
        <a:solidFill>
          <a:schemeClr val="tx1"/>
        </a:solidFill>
        <a:latin typeface="+mn-lt"/>
        <a:ea typeface="+mn-ea"/>
        <a:cs typeface="+mn-cs"/>
      </a:defRPr>
    </a:lvl8pPr>
    <a:lvl9pPr marL="14747443" algn="l" defTabSz="3686861" rtl="0" eaLnBrk="1" latinLnBrk="0" hangingPunct="1">
      <a:defRPr sz="4838"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885950" y="1143000"/>
            <a:ext cx="30861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0925C3F-4975-439A-8DC6-D347DA98E7F9}" type="slidenum">
              <a:rPr lang="en-US" smtClean="0"/>
              <a:t>1</a:t>
            </a:fld>
            <a:endParaRPr lang="en-US"/>
          </a:p>
        </p:txBody>
      </p:sp>
    </p:spTree>
    <p:extLst>
      <p:ext uri="{BB962C8B-B14F-4D97-AF65-F5344CB8AC3E}">
        <p14:creationId xmlns:p14="http://schemas.microsoft.com/office/powerpoint/2010/main" val="41352537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880360" y="6285233"/>
            <a:ext cx="32644080" cy="13370560"/>
          </a:xfrm>
        </p:spPr>
        <p:txBody>
          <a:bodyPr anchor="b"/>
          <a:lstStyle>
            <a:lvl1pPr algn="ctr">
              <a:defRPr sz="25200"/>
            </a:lvl1pPr>
          </a:lstStyle>
          <a:p>
            <a:r>
              <a:rPr lang="en-US"/>
              <a:t>Click to edit Master title style</a:t>
            </a:r>
          </a:p>
        </p:txBody>
      </p:sp>
      <p:sp>
        <p:nvSpPr>
          <p:cNvPr id="3" name="Subtitle 2"/>
          <p:cNvSpPr>
            <a:spLocks noGrp="1"/>
          </p:cNvSpPr>
          <p:nvPr>
            <p:ph type="subTitle" idx="1"/>
          </p:nvPr>
        </p:nvSpPr>
        <p:spPr>
          <a:xfrm>
            <a:off x="4800600" y="20171413"/>
            <a:ext cx="28803600" cy="9272267"/>
          </a:xfrm>
        </p:spPr>
        <p:txBody>
          <a:bodyPr/>
          <a:lstStyle>
            <a:lvl1pPr marL="0" indent="0" algn="ctr">
              <a:buNone/>
              <a:defRPr sz="10080"/>
            </a:lvl1pPr>
            <a:lvl2pPr marL="1920240" indent="0" algn="ctr">
              <a:buNone/>
              <a:defRPr sz="8400"/>
            </a:lvl2pPr>
            <a:lvl3pPr marL="3840480" indent="0" algn="ctr">
              <a:buNone/>
              <a:defRPr sz="7560"/>
            </a:lvl3pPr>
            <a:lvl4pPr marL="5760720" indent="0" algn="ctr">
              <a:buNone/>
              <a:defRPr sz="6720"/>
            </a:lvl4pPr>
            <a:lvl5pPr marL="7680960" indent="0" algn="ctr">
              <a:buNone/>
              <a:defRPr sz="6720"/>
            </a:lvl5pPr>
            <a:lvl6pPr marL="9601200" indent="0" algn="ctr">
              <a:buNone/>
              <a:defRPr sz="6720"/>
            </a:lvl6pPr>
            <a:lvl7pPr marL="11521440" indent="0" algn="ctr">
              <a:buNone/>
              <a:defRPr sz="6720"/>
            </a:lvl7pPr>
            <a:lvl8pPr marL="13441680" indent="0" algn="ctr">
              <a:buNone/>
              <a:defRPr sz="6720"/>
            </a:lvl8pPr>
            <a:lvl9pPr marL="15361920" indent="0" algn="ctr">
              <a:buNone/>
              <a:defRPr sz="6720"/>
            </a:lvl9pPr>
          </a:lstStyle>
          <a:p>
            <a:r>
              <a:rPr lang="en-US"/>
              <a:t>Click to edit Master subtitle style</a:t>
            </a:r>
          </a:p>
        </p:txBody>
      </p:sp>
      <p:sp>
        <p:nvSpPr>
          <p:cNvPr id="4" name="Date Placeholder 3"/>
          <p:cNvSpPr>
            <a:spLocks noGrp="1"/>
          </p:cNvSpPr>
          <p:nvPr>
            <p:ph type="dt" sz="half" idx="10"/>
          </p:nvPr>
        </p:nvSpPr>
        <p:spPr/>
        <p:txBody>
          <a:bodyPr/>
          <a:lstStyle/>
          <a:p>
            <a:fld id="{41C03D7F-B796-4B92-B0C7-6D4C9CC8C787}" type="datetimeFigureOut">
              <a:rPr lang="en-US" smtClean="0"/>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4786975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C03D7F-B796-4B92-B0C7-6D4C9CC8C787}" type="datetimeFigureOut">
              <a:rPr lang="en-US" smtClean="0"/>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30305339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20330" y="9574541"/>
            <a:ext cx="33124140" cy="15975327"/>
          </a:xfrm>
        </p:spPr>
        <p:txBody>
          <a:bodyPr anchor="b"/>
          <a:lstStyle>
            <a:lvl1pPr>
              <a:defRPr sz="25200"/>
            </a:lvl1pPr>
          </a:lstStyle>
          <a:p>
            <a:r>
              <a:rPr lang="en-US"/>
              <a:t>Click to edit Master title style</a:t>
            </a:r>
          </a:p>
        </p:txBody>
      </p:sp>
      <p:sp>
        <p:nvSpPr>
          <p:cNvPr id="3" name="Text Placeholder 2"/>
          <p:cNvSpPr>
            <a:spLocks noGrp="1"/>
          </p:cNvSpPr>
          <p:nvPr>
            <p:ph type="body" idx="1"/>
          </p:nvPr>
        </p:nvSpPr>
        <p:spPr>
          <a:xfrm>
            <a:off x="2620330" y="25701001"/>
            <a:ext cx="33124140" cy="8401047"/>
          </a:xfrm>
        </p:spPr>
        <p:txBody>
          <a:bodyPr/>
          <a:lstStyle>
            <a:lvl1pPr marL="0" indent="0">
              <a:buNone/>
              <a:defRPr sz="10080">
                <a:solidFill>
                  <a:schemeClr val="tx1"/>
                </a:solidFill>
              </a:defRPr>
            </a:lvl1pPr>
            <a:lvl2pPr marL="1920240" indent="0">
              <a:buNone/>
              <a:defRPr sz="8400">
                <a:solidFill>
                  <a:schemeClr val="tx1">
                    <a:tint val="75000"/>
                  </a:schemeClr>
                </a:solidFill>
              </a:defRPr>
            </a:lvl2pPr>
            <a:lvl3pPr marL="3840480" indent="0">
              <a:buNone/>
              <a:defRPr sz="7560">
                <a:solidFill>
                  <a:schemeClr val="tx1">
                    <a:tint val="75000"/>
                  </a:schemeClr>
                </a:solidFill>
              </a:defRPr>
            </a:lvl3pPr>
            <a:lvl4pPr marL="5760720" indent="0">
              <a:buNone/>
              <a:defRPr sz="6720">
                <a:solidFill>
                  <a:schemeClr val="tx1">
                    <a:tint val="75000"/>
                  </a:schemeClr>
                </a:solidFill>
              </a:defRPr>
            </a:lvl4pPr>
            <a:lvl5pPr marL="7680960" indent="0">
              <a:buNone/>
              <a:defRPr sz="6720">
                <a:solidFill>
                  <a:schemeClr val="tx1">
                    <a:tint val="75000"/>
                  </a:schemeClr>
                </a:solidFill>
              </a:defRPr>
            </a:lvl5pPr>
            <a:lvl6pPr marL="9601200" indent="0">
              <a:buNone/>
              <a:defRPr sz="6720">
                <a:solidFill>
                  <a:schemeClr val="tx1">
                    <a:tint val="75000"/>
                  </a:schemeClr>
                </a:solidFill>
              </a:defRPr>
            </a:lvl6pPr>
            <a:lvl7pPr marL="11521440" indent="0">
              <a:buNone/>
              <a:defRPr sz="6720">
                <a:solidFill>
                  <a:schemeClr val="tx1">
                    <a:tint val="75000"/>
                  </a:schemeClr>
                </a:solidFill>
              </a:defRPr>
            </a:lvl7pPr>
            <a:lvl8pPr marL="13441680" indent="0">
              <a:buNone/>
              <a:defRPr sz="6720">
                <a:solidFill>
                  <a:schemeClr val="tx1">
                    <a:tint val="75000"/>
                  </a:schemeClr>
                </a:solidFill>
              </a:defRPr>
            </a:lvl8pPr>
            <a:lvl9pPr marL="15361920" indent="0">
              <a:buNone/>
              <a:defRPr sz="67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1C03D7F-B796-4B92-B0C7-6D4C9CC8C787}" type="datetimeFigureOut">
              <a:rPr lang="en-US" smtClean="0"/>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15805933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640330" y="10223500"/>
            <a:ext cx="16322040" cy="243674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9442430" y="10223500"/>
            <a:ext cx="16322040" cy="243674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1C03D7F-B796-4B92-B0C7-6D4C9CC8C787}" type="datetimeFigureOut">
              <a:rPr lang="en-US" smtClean="0"/>
              <a:t>4/7/2026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7248187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645332" y="2044708"/>
            <a:ext cx="33124140" cy="7423153"/>
          </a:xfrm>
        </p:spPr>
        <p:txBody>
          <a:bodyPr/>
          <a:lstStyle/>
          <a:p>
            <a:r>
              <a:rPr lang="en-US"/>
              <a:t>Click to edit Master title style</a:t>
            </a:r>
          </a:p>
        </p:txBody>
      </p:sp>
      <p:sp>
        <p:nvSpPr>
          <p:cNvPr id="3" name="Text Placeholder 2"/>
          <p:cNvSpPr>
            <a:spLocks noGrp="1"/>
          </p:cNvSpPr>
          <p:nvPr>
            <p:ph type="body" idx="1"/>
          </p:nvPr>
        </p:nvSpPr>
        <p:spPr>
          <a:xfrm>
            <a:off x="2645336" y="9414513"/>
            <a:ext cx="16247028" cy="4613907"/>
          </a:xfrm>
        </p:spPr>
        <p:txBody>
          <a:bodyPr anchor="b"/>
          <a:lstStyle>
            <a:lvl1pPr marL="0" indent="0">
              <a:buNone/>
              <a:defRPr sz="10080" b="1"/>
            </a:lvl1pPr>
            <a:lvl2pPr marL="1920240" indent="0">
              <a:buNone/>
              <a:defRPr sz="8400" b="1"/>
            </a:lvl2pPr>
            <a:lvl3pPr marL="3840480" indent="0">
              <a:buNone/>
              <a:defRPr sz="7560" b="1"/>
            </a:lvl3pPr>
            <a:lvl4pPr marL="5760720" indent="0">
              <a:buNone/>
              <a:defRPr sz="6720" b="1"/>
            </a:lvl4pPr>
            <a:lvl5pPr marL="7680960" indent="0">
              <a:buNone/>
              <a:defRPr sz="6720" b="1"/>
            </a:lvl5pPr>
            <a:lvl6pPr marL="9601200" indent="0">
              <a:buNone/>
              <a:defRPr sz="6720" b="1"/>
            </a:lvl6pPr>
            <a:lvl7pPr marL="11521440" indent="0">
              <a:buNone/>
              <a:defRPr sz="6720" b="1"/>
            </a:lvl7pPr>
            <a:lvl8pPr marL="13441680" indent="0">
              <a:buNone/>
              <a:defRPr sz="6720" b="1"/>
            </a:lvl8pPr>
            <a:lvl9pPr marL="15361920" indent="0">
              <a:buNone/>
              <a:defRPr sz="6720" b="1"/>
            </a:lvl9pPr>
          </a:lstStyle>
          <a:p>
            <a:pPr lvl="0"/>
            <a:r>
              <a:rPr lang="en-US"/>
              <a:t>Click to edit Master text styles</a:t>
            </a:r>
          </a:p>
        </p:txBody>
      </p:sp>
      <p:sp>
        <p:nvSpPr>
          <p:cNvPr id="4" name="Content Placeholder 3"/>
          <p:cNvSpPr>
            <a:spLocks noGrp="1"/>
          </p:cNvSpPr>
          <p:nvPr>
            <p:ph sz="half" idx="2"/>
          </p:nvPr>
        </p:nvSpPr>
        <p:spPr>
          <a:xfrm>
            <a:off x="2645336" y="14028420"/>
            <a:ext cx="16247028" cy="206336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9442432" y="9414513"/>
            <a:ext cx="16327042" cy="4613907"/>
          </a:xfrm>
        </p:spPr>
        <p:txBody>
          <a:bodyPr anchor="b"/>
          <a:lstStyle>
            <a:lvl1pPr marL="0" indent="0">
              <a:buNone/>
              <a:defRPr sz="10080" b="1"/>
            </a:lvl1pPr>
            <a:lvl2pPr marL="1920240" indent="0">
              <a:buNone/>
              <a:defRPr sz="8400" b="1"/>
            </a:lvl2pPr>
            <a:lvl3pPr marL="3840480" indent="0">
              <a:buNone/>
              <a:defRPr sz="7560" b="1"/>
            </a:lvl3pPr>
            <a:lvl4pPr marL="5760720" indent="0">
              <a:buNone/>
              <a:defRPr sz="6720" b="1"/>
            </a:lvl4pPr>
            <a:lvl5pPr marL="7680960" indent="0">
              <a:buNone/>
              <a:defRPr sz="6720" b="1"/>
            </a:lvl5pPr>
            <a:lvl6pPr marL="9601200" indent="0">
              <a:buNone/>
              <a:defRPr sz="6720" b="1"/>
            </a:lvl6pPr>
            <a:lvl7pPr marL="11521440" indent="0">
              <a:buNone/>
              <a:defRPr sz="6720" b="1"/>
            </a:lvl7pPr>
            <a:lvl8pPr marL="13441680" indent="0">
              <a:buNone/>
              <a:defRPr sz="6720" b="1"/>
            </a:lvl8pPr>
            <a:lvl9pPr marL="15361920" indent="0">
              <a:buNone/>
              <a:defRPr sz="6720" b="1"/>
            </a:lvl9pPr>
          </a:lstStyle>
          <a:p>
            <a:pPr lvl="0"/>
            <a:r>
              <a:rPr lang="en-US"/>
              <a:t>Click to edit Master text styles</a:t>
            </a:r>
          </a:p>
        </p:txBody>
      </p:sp>
      <p:sp>
        <p:nvSpPr>
          <p:cNvPr id="6" name="Content Placeholder 5"/>
          <p:cNvSpPr>
            <a:spLocks noGrp="1"/>
          </p:cNvSpPr>
          <p:nvPr>
            <p:ph sz="quarter" idx="4"/>
          </p:nvPr>
        </p:nvSpPr>
        <p:spPr>
          <a:xfrm>
            <a:off x="19442432" y="14028420"/>
            <a:ext cx="16327042" cy="206336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1C03D7F-B796-4B92-B0C7-6D4C9CC8C787}" type="datetimeFigureOut">
              <a:rPr lang="en-US" smtClean="0"/>
              <a:t>4/7/2026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12380779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1C03D7F-B796-4B92-B0C7-6D4C9CC8C787}" type="datetimeFigureOut">
              <a:rPr lang="en-US" smtClean="0"/>
              <a:t>4/7/2026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19927701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C03D7F-B796-4B92-B0C7-6D4C9CC8C787}" type="datetimeFigureOut">
              <a:rPr lang="en-US" smtClean="0"/>
              <a:t>4/7/2026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797709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45332" y="2560320"/>
            <a:ext cx="12386548" cy="8961120"/>
          </a:xfrm>
        </p:spPr>
        <p:txBody>
          <a:bodyPr anchor="b"/>
          <a:lstStyle>
            <a:lvl1pPr>
              <a:defRPr sz="13440"/>
            </a:lvl1pPr>
          </a:lstStyle>
          <a:p>
            <a:r>
              <a:rPr lang="en-US"/>
              <a:t>Click to edit Master title style</a:t>
            </a:r>
          </a:p>
        </p:txBody>
      </p:sp>
      <p:sp>
        <p:nvSpPr>
          <p:cNvPr id="3" name="Content Placeholder 2"/>
          <p:cNvSpPr>
            <a:spLocks noGrp="1"/>
          </p:cNvSpPr>
          <p:nvPr>
            <p:ph idx="1"/>
          </p:nvPr>
        </p:nvSpPr>
        <p:spPr>
          <a:xfrm>
            <a:off x="16327042" y="5529588"/>
            <a:ext cx="19442430" cy="27292300"/>
          </a:xfrm>
        </p:spPr>
        <p:txBody>
          <a:bodyPr/>
          <a:lstStyle>
            <a:lvl1pPr>
              <a:defRPr sz="13440"/>
            </a:lvl1pPr>
            <a:lvl2pPr>
              <a:defRPr sz="11760"/>
            </a:lvl2pPr>
            <a:lvl3pPr>
              <a:defRPr sz="10080"/>
            </a:lvl3pPr>
            <a:lvl4pPr>
              <a:defRPr sz="8400"/>
            </a:lvl4pPr>
            <a:lvl5pPr>
              <a:defRPr sz="8400"/>
            </a:lvl5pPr>
            <a:lvl6pPr>
              <a:defRPr sz="8400"/>
            </a:lvl6pPr>
            <a:lvl7pPr>
              <a:defRPr sz="8400"/>
            </a:lvl7pPr>
            <a:lvl8pPr>
              <a:defRPr sz="8400"/>
            </a:lvl8pPr>
            <a:lvl9pPr>
              <a:defRPr sz="8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645332" y="11521440"/>
            <a:ext cx="12386548" cy="21344893"/>
          </a:xfrm>
        </p:spPr>
        <p:txBody>
          <a:bodyPr/>
          <a:lstStyle>
            <a:lvl1pPr marL="0" indent="0">
              <a:buNone/>
              <a:defRPr sz="6720"/>
            </a:lvl1pPr>
            <a:lvl2pPr marL="1920240" indent="0">
              <a:buNone/>
              <a:defRPr sz="5880"/>
            </a:lvl2pPr>
            <a:lvl3pPr marL="3840480" indent="0">
              <a:buNone/>
              <a:defRPr sz="5040"/>
            </a:lvl3pPr>
            <a:lvl4pPr marL="5760720" indent="0">
              <a:buNone/>
              <a:defRPr sz="4200"/>
            </a:lvl4pPr>
            <a:lvl5pPr marL="7680960" indent="0">
              <a:buNone/>
              <a:defRPr sz="4200"/>
            </a:lvl5pPr>
            <a:lvl6pPr marL="9601200" indent="0">
              <a:buNone/>
              <a:defRPr sz="4200"/>
            </a:lvl6pPr>
            <a:lvl7pPr marL="11521440" indent="0">
              <a:buNone/>
              <a:defRPr sz="4200"/>
            </a:lvl7pPr>
            <a:lvl8pPr marL="13441680" indent="0">
              <a:buNone/>
              <a:defRPr sz="4200"/>
            </a:lvl8pPr>
            <a:lvl9pPr marL="15361920" indent="0">
              <a:buNone/>
              <a:defRPr sz="4200"/>
            </a:lvl9pPr>
          </a:lstStyle>
          <a:p>
            <a:pPr lvl="0"/>
            <a:r>
              <a:rPr lang="en-US"/>
              <a:t>Click to edit Master text styles</a:t>
            </a:r>
          </a:p>
        </p:txBody>
      </p:sp>
      <p:sp>
        <p:nvSpPr>
          <p:cNvPr id="5" name="Date Placeholder 4"/>
          <p:cNvSpPr>
            <a:spLocks noGrp="1"/>
          </p:cNvSpPr>
          <p:nvPr>
            <p:ph type="dt" sz="half" idx="10"/>
          </p:nvPr>
        </p:nvSpPr>
        <p:spPr/>
        <p:txBody>
          <a:bodyPr/>
          <a:lstStyle/>
          <a:p>
            <a:fld id="{41C03D7F-B796-4B92-B0C7-6D4C9CC8C787}" type="datetimeFigureOut">
              <a:rPr lang="en-US" smtClean="0"/>
              <a:t>4/7/2026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3656559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45332" y="2560320"/>
            <a:ext cx="12386548" cy="8961120"/>
          </a:xfrm>
        </p:spPr>
        <p:txBody>
          <a:bodyPr anchor="b"/>
          <a:lstStyle>
            <a:lvl1pPr>
              <a:defRPr sz="13440"/>
            </a:lvl1pPr>
          </a:lstStyle>
          <a:p>
            <a:r>
              <a:rPr lang="en-US"/>
              <a:t>Click to edit Master title style</a:t>
            </a:r>
          </a:p>
        </p:txBody>
      </p:sp>
      <p:sp>
        <p:nvSpPr>
          <p:cNvPr id="3" name="Picture Placeholder 2"/>
          <p:cNvSpPr>
            <a:spLocks noGrp="1" noChangeAspect="1"/>
          </p:cNvSpPr>
          <p:nvPr>
            <p:ph type="pic" idx="1"/>
          </p:nvPr>
        </p:nvSpPr>
        <p:spPr>
          <a:xfrm>
            <a:off x="16327042" y="5529588"/>
            <a:ext cx="19442430" cy="27292300"/>
          </a:xfrm>
        </p:spPr>
        <p:txBody>
          <a:bodyPr anchor="t"/>
          <a:lstStyle>
            <a:lvl1pPr marL="0" indent="0">
              <a:buNone/>
              <a:defRPr sz="13440"/>
            </a:lvl1pPr>
            <a:lvl2pPr marL="1920240" indent="0">
              <a:buNone/>
              <a:defRPr sz="11760"/>
            </a:lvl2pPr>
            <a:lvl3pPr marL="3840480" indent="0">
              <a:buNone/>
              <a:defRPr sz="10080"/>
            </a:lvl3pPr>
            <a:lvl4pPr marL="5760720" indent="0">
              <a:buNone/>
              <a:defRPr sz="8400"/>
            </a:lvl4pPr>
            <a:lvl5pPr marL="7680960" indent="0">
              <a:buNone/>
              <a:defRPr sz="8400"/>
            </a:lvl5pPr>
            <a:lvl6pPr marL="9601200" indent="0">
              <a:buNone/>
              <a:defRPr sz="8400"/>
            </a:lvl6pPr>
            <a:lvl7pPr marL="11521440" indent="0">
              <a:buNone/>
              <a:defRPr sz="8400"/>
            </a:lvl7pPr>
            <a:lvl8pPr marL="13441680" indent="0">
              <a:buNone/>
              <a:defRPr sz="8400"/>
            </a:lvl8pPr>
            <a:lvl9pPr marL="15361920" indent="0">
              <a:buNone/>
              <a:defRPr sz="8400"/>
            </a:lvl9pPr>
          </a:lstStyle>
          <a:p>
            <a:r>
              <a:rPr lang="en-US"/>
              <a:t>Click icon to add picture</a:t>
            </a:r>
          </a:p>
        </p:txBody>
      </p:sp>
      <p:sp>
        <p:nvSpPr>
          <p:cNvPr id="4" name="Text Placeholder 3"/>
          <p:cNvSpPr>
            <a:spLocks noGrp="1"/>
          </p:cNvSpPr>
          <p:nvPr>
            <p:ph type="body" sz="half" idx="2"/>
          </p:nvPr>
        </p:nvSpPr>
        <p:spPr>
          <a:xfrm>
            <a:off x="2645332" y="11521440"/>
            <a:ext cx="12386548" cy="21344893"/>
          </a:xfrm>
        </p:spPr>
        <p:txBody>
          <a:bodyPr/>
          <a:lstStyle>
            <a:lvl1pPr marL="0" indent="0">
              <a:buNone/>
              <a:defRPr sz="6720"/>
            </a:lvl1pPr>
            <a:lvl2pPr marL="1920240" indent="0">
              <a:buNone/>
              <a:defRPr sz="5880"/>
            </a:lvl2pPr>
            <a:lvl3pPr marL="3840480" indent="0">
              <a:buNone/>
              <a:defRPr sz="5040"/>
            </a:lvl3pPr>
            <a:lvl4pPr marL="5760720" indent="0">
              <a:buNone/>
              <a:defRPr sz="4200"/>
            </a:lvl4pPr>
            <a:lvl5pPr marL="7680960" indent="0">
              <a:buNone/>
              <a:defRPr sz="4200"/>
            </a:lvl5pPr>
            <a:lvl6pPr marL="9601200" indent="0">
              <a:buNone/>
              <a:defRPr sz="4200"/>
            </a:lvl6pPr>
            <a:lvl7pPr marL="11521440" indent="0">
              <a:buNone/>
              <a:defRPr sz="4200"/>
            </a:lvl7pPr>
            <a:lvl8pPr marL="13441680" indent="0">
              <a:buNone/>
              <a:defRPr sz="4200"/>
            </a:lvl8pPr>
            <a:lvl9pPr marL="15361920" indent="0">
              <a:buNone/>
              <a:defRPr sz="4200"/>
            </a:lvl9pPr>
          </a:lstStyle>
          <a:p>
            <a:pPr lvl="0"/>
            <a:r>
              <a:rPr lang="en-US"/>
              <a:t>Click to edit Master text styles</a:t>
            </a:r>
          </a:p>
        </p:txBody>
      </p:sp>
      <p:sp>
        <p:nvSpPr>
          <p:cNvPr id="5" name="Date Placeholder 4"/>
          <p:cNvSpPr>
            <a:spLocks noGrp="1"/>
          </p:cNvSpPr>
          <p:nvPr>
            <p:ph type="dt" sz="half" idx="10"/>
          </p:nvPr>
        </p:nvSpPr>
        <p:spPr/>
        <p:txBody>
          <a:bodyPr/>
          <a:lstStyle/>
          <a:p>
            <a:fld id="{41C03D7F-B796-4B92-B0C7-6D4C9CC8C787}" type="datetimeFigureOut">
              <a:rPr lang="en-US" smtClean="0"/>
              <a:t>4/7/2026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13686447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C03D7F-B796-4B92-B0C7-6D4C9CC8C787}" type="datetimeFigureOut">
              <a:rPr lang="en-US" smtClean="0"/>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42343492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7483437" y="2044700"/>
            <a:ext cx="8281035" cy="3254629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640332" y="2044700"/>
            <a:ext cx="24363045" cy="3254629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C03D7F-B796-4B92-B0C7-6D4C9CC8C787}" type="datetimeFigureOut">
              <a:rPr lang="en-US" smtClean="0"/>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FD920E-2A97-48E1-B2D4-DF17E46EF288}" type="slidenum">
              <a:rPr lang="en-US" smtClean="0"/>
              <a:t>‹#›</a:t>
            </a:fld>
            <a:endParaRPr lang="en-US"/>
          </a:p>
        </p:txBody>
      </p:sp>
    </p:spTree>
    <p:extLst>
      <p:ext uri="{BB962C8B-B14F-4D97-AF65-F5344CB8AC3E}">
        <p14:creationId xmlns:p14="http://schemas.microsoft.com/office/powerpoint/2010/main" val="30572914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640330" y="2044708"/>
            <a:ext cx="33124140" cy="742315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2640330" y="10223500"/>
            <a:ext cx="33124140" cy="2436749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640330" y="35595568"/>
            <a:ext cx="8641080" cy="2044700"/>
          </a:xfrm>
          <a:prstGeom prst="rect">
            <a:avLst/>
          </a:prstGeom>
        </p:spPr>
        <p:txBody>
          <a:bodyPr vert="horz" lIns="91440" tIns="45720" rIns="91440" bIns="45720" rtlCol="0" anchor="ctr"/>
          <a:lstStyle>
            <a:lvl1pPr algn="l">
              <a:defRPr sz="5040">
                <a:solidFill>
                  <a:schemeClr val="tx1">
                    <a:tint val="75000"/>
                  </a:schemeClr>
                </a:solidFill>
              </a:defRPr>
            </a:lvl1pPr>
          </a:lstStyle>
          <a:p>
            <a:fld id="{41C03D7F-B796-4B92-B0C7-6D4C9CC8C787}" type="datetimeFigureOut">
              <a:rPr lang="en-US" smtClean="0"/>
              <a:t>4/7/2026</a:t>
            </a:fld>
            <a:endParaRPr lang="en-US"/>
          </a:p>
        </p:txBody>
      </p:sp>
      <p:sp>
        <p:nvSpPr>
          <p:cNvPr id="5" name="Footer Placeholder 4"/>
          <p:cNvSpPr>
            <a:spLocks noGrp="1"/>
          </p:cNvSpPr>
          <p:nvPr>
            <p:ph type="ftr" sz="quarter" idx="3"/>
          </p:nvPr>
        </p:nvSpPr>
        <p:spPr>
          <a:xfrm>
            <a:off x="12721590" y="35595568"/>
            <a:ext cx="12961620" cy="2044700"/>
          </a:xfrm>
          <a:prstGeom prst="rect">
            <a:avLst/>
          </a:prstGeom>
        </p:spPr>
        <p:txBody>
          <a:bodyPr vert="horz" lIns="91440" tIns="45720" rIns="91440" bIns="45720" rtlCol="0" anchor="ctr"/>
          <a:lstStyle>
            <a:lvl1pPr algn="ctr">
              <a:defRPr sz="504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7123390" y="35595568"/>
            <a:ext cx="8641080" cy="2044700"/>
          </a:xfrm>
          <a:prstGeom prst="rect">
            <a:avLst/>
          </a:prstGeom>
        </p:spPr>
        <p:txBody>
          <a:bodyPr vert="horz" lIns="91440" tIns="45720" rIns="91440" bIns="45720" rtlCol="0" anchor="ctr"/>
          <a:lstStyle>
            <a:lvl1pPr algn="r">
              <a:defRPr sz="5040">
                <a:solidFill>
                  <a:schemeClr val="tx1">
                    <a:tint val="75000"/>
                  </a:schemeClr>
                </a:solidFill>
              </a:defRPr>
            </a:lvl1pPr>
          </a:lstStyle>
          <a:p>
            <a:fld id="{93FD920E-2A97-48E1-B2D4-DF17E46EF288}" type="slidenum">
              <a:rPr lang="en-US" smtClean="0"/>
              <a:t>‹#›</a:t>
            </a:fld>
            <a:endParaRPr lang="en-US"/>
          </a:p>
        </p:txBody>
      </p:sp>
    </p:spTree>
    <p:extLst>
      <p:ext uri="{BB962C8B-B14F-4D97-AF65-F5344CB8AC3E}">
        <p14:creationId xmlns:p14="http://schemas.microsoft.com/office/powerpoint/2010/main" val="2114209436"/>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3840480" rtl="0" eaLnBrk="1" latinLnBrk="0" hangingPunct="1">
        <a:lnSpc>
          <a:spcPct val="90000"/>
        </a:lnSpc>
        <a:spcBef>
          <a:spcPct val="0"/>
        </a:spcBef>
        <a:buNone/>
        <a:defRPr sz="18480" kern="1200">
          <a:solidFill>
            <a:schemeClr val="tx1"/>
          </a:solidFill>
          <a:latin typeface="+mj-lt"/>
          <a:ea typeface="+mj-ea"/>
          <a:cs typeface="+mj-cs"/>
        </a:defRPr>
      </a:lvl1pPr>
    </p:titleStyle>
    <p:bodyStyle>
      <a:lvl1pPr marL="960120" indent="-960120" algn="l" defTabSz="3840480" rtl="0" eaLnBrk="1" latinLnBrk="0" hangingPunct="1">
        <a:lnSpc>
          <a:spcPct val="90000"/>
        </a:lnSpc>
        <a:spcBef>
          <a:spcPts val="4200"/>
        </a:spcBef>
        <a:buFont typeface="Arial" panose="020B0604020202020204" pitchFamily="34" charset="0"/>
        <a:buChar char="•"/>
        <a:defRPr sz="11760" kern="1200">
          <a:solidFill>
            <a:schemeClr val="tx1"/>
          </a:solidFill>
          <a:latin typeface="+mn-lt"/>
          <a:ea typeface="+mn-ea"/>
          <a:cs typeface="+mn-cs"/>
        </a:defRPr>
      </a:lvl1pPr>
      <a:lvl2pPr marL="2880360" indent="-960120" algn="l" defTabSz="3840480" rtl="0" eaLnBrk="1" latinLnBrk="0" hangingPunct="1">
        <a:lnSpc>
          <a:spcPct val="90000"/>
        </a:lnSpc>
        <a:spcBef>
          <a:spcPts val="2100"/>
        </a:spcBef>
        <a:buFont typeface="Arial" panose="020B0604020202020204" pitchFamily="34" charset="0"/>
        <a:buChar char="•"/>
        <a:defRPr sz="10080" kern="1200">
          <a:solidFill>
            <a:schemeClr val="tx1"/>
          </a:solidFill>
          <a:latin typeface="+mn-lt"/>
          <a:ea typeface="+mn-ea"/>
          <a:cs typeface="+mn-cs"/>
        </a:defRPr>
      </a:lvl2pPr>
      <a:lvl3pPr marL="4800600" indent="-960120" algn="l" defTabSz="3840480" rtl="0" eaLnBrk="1" latinLnBrk="0" hangingPunct="1">
        <a:lnSpc>
          <a:spcPct val="90000"/>
        </a:lnSpc>
        <a:spcBef>
          <a:spcPts val="2100"/>
        </a:spcBef>
        <a:buFont typeface="Arial" panose="020B0604020202020204" pitchFamily="34" charset="0"/>
        <a:buChar char="•"/>
        <a:defRPr sz="8400" kern="1200">
          <a:solidFill>
            <a:schemeClr val="tx1"/>
          </a:solidFill>
          <a:latin typeface="+mn-lt"/>
          <a:ea typeface="+mn-ea"/>
          <a:cs typeface="+mn-cs"/>
        </a:defRPr>
      </a:lvl3pPr>
      <a:lvl4pPr marL="672084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4pPr>
      <a:lvl5pPr marL="864108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5pPr>
      <a:lvl6pPr marL="1056132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6pPr>
      <a:lvl7pPr marL="1248156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7pPr>
      <a:lvl8pPr marL="1440180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8pPr>
      <a:lvl9pPr marL="1632204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9pPr>
    </p:bodyStyle>
    <p:otherStyle>
      <a:defPPr>
        <a:defRPr lang="en-US"/>
      </a:defPPr>
      <a:lvl1pPr marL="0" algn="l" defTabSz="3840480" rtl="0" eaLnBrk="1" latinLnBrk="0" hangingPunct="1">
        <a:defRPr sz="7560" kern="1200">
          <a:solidFill>
            <a:schemeClr val="tx1"/>
          </a:solidFill>
          <a:latin typeface="+mn-lt"/>
          <a:ea typeface="+mn-ea"/>
          <a:cs typeface="+mn-cs"/>
        </a:defRPr>
      </a:lvl1pPr>
      <a:lvl2pPr marL="1920240" algn="l" defTabSz="3840480" rtl="0" eaLnBrk="1" latinLnBrk="0" hangingPunct="1">
        <a:defRPr sz="7560" kern="1200">
          <a:solidFill>
            <a:schemeClr val="tx1"/>
          </a:solidFill>
          <a:latin typeface="+mn-lt"/>
          <a:ea typeface="+mn-ea"/>
          <a:cs typeface="+mn-cs"/>
        </a:defRPr>
      </a:lvl2pPr>
      <a:lvl3pPr marL="3840480" algn="l" defTabSz="3840480" rtl="0" eaLnBrk="1" latinLnBrk="0" hangingPunct="1">
        <a:defRPr sz="7560" kern="1200">
          <a:solidFill>
            <a:schemeClr val="tx1"/>
          </a:solidFill>
          <a:latin typeface="+mn-lt"/>
          <a:ea typeface="+mn-ea"/>
          <a:cs typeface="+mn-cs"/>
        </a:defRPr>
      </a:lvl3pPr>
      <a:lvl4pPr marL="5760720" algn="l" defTabSz="3840480" rtl="0" eaLnBrk="1" latinLnBrk="0" hangingPunct="1">
        <a:defRPr sz="7560" kern="1200">
          <a:solidFill>
            <a:schemeClr val="tx1"/>
          </a:solidFill>
          <a:latin typeface="+mn-lt"/>
          <a:ea typeface="+mn-ea"/>
          <a:cs typeface="+mn-cs"/>
        </a:defRPr>
      </a:lvl4pPr>
      <a:lvl5pPr marL="7680960" algn="l" defTabSz="3840480" rtl="0" eaLnBrk="1" latinLnBrk="0" hangingPunct="1">
        <a:defRPr sz="7560" kern="1200">
          <a:solidFill>
            <a:schemeClr val="tx1"/>
          </a:solidFill>
          <a:latin typeface="+mn-lt"/>
          <a:ea typeface="+mn-ea"/>
          <a:cs typeface="+mn-cs"/>
        </a:defRPr>
      </a:lvl5pPr>
      <a:lvl6pPr marL="9601200" algn="l" defTabSz="3840480" rtl="0" eaLnBrk="1" latinLnBrk="0" hangingPunct="1">
        <a:defRPr sz="7560" kern="1200">
          <a:solidFill>
            <a:schemeClr val="tx1"/>
          </a:solidFill>
          <a:latin typeface="+mn-lt"/>
          <a:ea typeface="+mn-ea"/>
          <a:cs typeface="+mn-cs"/>
        </a:defRPr>
      </a:lvl6pPr>
      <a:lvl7pPr marL="11521440" algn="l" defTabSz="3840480" rtl="0" eaLnBrk="1" latinLnBrk="0" hangingPunct="1">
        <a:defRPr sz="7560" kern="1200">
          <a:solidFill>
            <a:schemeClr val="tx1"/>
          </a:solidFill>
          <a:latin typeface="+mn-lt"/>
          <a:ea typeface="+mn-ea"/>
          <a:cs typeface="+mn-cs"/>
        </a:defRPr>
      </a:lvl7pPr>
      <a:lvl8pPr marL="13441680" algn="l" defTabSz="3840480" rtl="0" eaLnBrk="1" latinLnBrk="0" hangingPunct="1">
        <a:defRPr sz="7560" kern="1200">
          <a:solidFill>
            <a:schemeClr val="tx1"/>
          </a:solidFill>
          <a:latin typeface="+mn-lt"/>
          <a:ea typeface="+mn-ea"/>
          <a:cs typeface="+mn-cs"/>
        </a:defRPr>
      </a:lvl8pPr>
      <a:lvl9pPr marL="15361920" algn="l" defTabSz="3840480" rtl="0" eaLnBrk="1" latinLnBrk="0" hangingPunct="1">
        <a:defRPr sz="75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sv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p:cNvSpPr txBox="1"/>
          <p:nvPr/>
        </p:nvSpPr>
        <p:spPr>
          <a:xfrm>
            <a:off x="1371600" y="7315200"/>
            <a:ext cx="7543800" cy="30324905"/>
          </a:xfrm>
          <a:prstGeom prst="rect">
            <a:avLst/>
          </a:prstGeom>
          <a:ln>
            <a:noFill/>
          </a:ln>
        </p:spPr>
        <p:style>
          <a:lnRef idx="2">
            <a:schemeClr val="dk1"/>
          </a:lnRef>
          <a:fillRef idx="1">
            <a:schemeClr val="lt1"/>
          </a:fillRef>
          <a:effectRef idx="0">
            <a:schemeClr val="dk1"/>
          </a:effectRef>
          <a:fontRef idx="minor">
            <a:schemeClr val="dk1"/>
          </a:fontRef>
        </p:style>
        <p:txBody>
          <a:bodyPr wrap="square" lIns="91440" tIns="45720" rIns="91440" bIns="45720" rtlCol="0" anchor="t">
            <a:spAutoFit/>
          </a:bodyPr>
          <a:lstStyle/>
          <a:p>
            <a:pPr algn="just"/>
            <a:r>
              <a:rPr lang="en-US" sz="4400" dirty="0">
                <a:ea typeface="+mn-lt"/>
                <a:cs typeface="+mn-lt"/>
              </a:rPr>
              <a:t>Pantry Chef is a mobile app that helps individuals make better use of the food they already have. The primary purpose of this project is to simplify meal planning by organizing food items and suggesting meals that can be made using only existing ingredients. The app makes adding ingredients easy by letting users scan food barcodes to add them to the pantry or manually add them. Once the ingredients are in the pantry, users can search for recipes they can make using the ingredients they have. </a:t>
            </a:r>
            <a:endParaRPr lang="en-US" dirty="0">
              <a:ea typeface="Calibri" panose="020F0502020204030204"/>
              <a:cs typeface="Calibri" panose="020F0502020204030204"/>
            </a:endParaRPr>
          </a:p>
          <a:p>
            <a:pPr algn="just"/>
            <a:endParaRPr lang="en-US" sz="4400" dirty="0">
              <a:ea typeface="+mn-lt"/>
              <a:cs typeface="+mn-lt"/>
            </a:endParaRPr>
          </a:p>
          <a:p>
            <a:pPr algn="just"/>
            <a:endParaRPr lang="en-US" sz="4400" dirty="0">
              <a:ea typeface="+mn-lt"/>
              <a:cs typeface="+mn-lt"/>
            </a:endParaRPr>
          </a:p>
          <a:p>
            <a:pPr algn="just"/>
            <a:endParaRPr lang="en-US" sz="4400" dirty="0">
              <a:ea typeface="+mn-lt"/>
              <a:cs typeface="+mn-lt"/>
            </a:endParaRPr>
          </a:p>
          <a:p>
            <a:pPr algn="just"/>
            <a:endParaRPr lang="en-US" sz="4400" dirty="0">
              <a:ea typeface="+mn-lt"/>
              <a:cs typeface="+mn-lt"/>
            </a:endParaRPr>
          </a:p>
          <a:p>
            <a:pPr algn="just"/>
            <a:endParaRPr lang="en-US" sz="4400" dirty="0">
              <a:ea typeface="+mn-lt"/>
              <a:cs typeface="+mn-lt"/>
            </a:endParaRPr>
          </a:p>
          <a:p>
            <a:pPr algn="just"/>
            <a:endParaRPr lang="en-US" sz="4400" dirty="0">
              <a:ea typeface="+mn-lt"/>
              <a:cs typeface="+mn-lt"/>
            </a:endParaRPr>
          </a:p>
          <a:p>
            <a:pPr algn="just"/>
            <a:endParaRPr lang="en-US" sz="4400" dirty="0">
              <a:ea typeface="+mn-lt"/>
              <a:cs typeface="+mn-lt"/>
            </a:endParaRPr>
          </a:p>
          <a:p>
            <a:pPr algn="just"/>
            <a:endParaRPr lang="en-US" sz="4400" dirty="0">
              <a:ea typeface="+mn-lt"/>
              <a:cs typeface="+mn-lt"/>
            </a:endParaRPr>
          </a:p>
          <a:p>
            <a:pPr algn="just"/>
            <a:endParaRPr lang="en-US" sz="4400" dirty="0">
              <a:ea typeface="+mn-lt"/>
              <a:cs typeface="+mn-lt"/>
            </a:endParaRPr>
          </a:p>
          <a:p>
            <a:pPr algn="just"/>
            <a:endParaRPr lang="en-US" sz="4400" dirty="0">
              <a:ea typeface="+mn-lt"/>
              <a:cs typeface="+mn-lt"/>
            </a:endParaRPr>
          </a:p>
          <a:p>
            <a:pPr algn="just"/>
            <a:endParaRPr lang="en-US" sz="4400" dirty="0">
              <a:ea typeface="+mn-lt"/>
              <a:cs typeface="+mn-lt"/>
            </a:endParaRPr>
          </a:p>
          <a:p>
            <a:pPr algn="just"/>
            <a:endParaRPr lang="en-US" sz="4400" dirty="0">
              <a:ea typeface="+mn-lt"/>
              <a:cs typeface="+mn-lt"/>
            </a:endParaRPr>
          </a:p>
          <a:p>
            <a:pPr algn="just"/>
            <a:endParaRPr lang="en-US" sz="4400" dirty="0">
              <a:ea typeface="+mn-lt"/>
              <a:cs typeface="+mn-lt"/>
            </a:endParaRPr>
          </a:p>
          <a:p>
            <a:endParaRPr lang="en-US" sz="4400" dirty="0">
              <a:ea typeface="+mn-lt"/>
              <a:cs typeface="+mn-lt"/>
            </a:endParaRPr>
          </a:p>
          <a:p>
            <a:pPr algn="just"/>
            <a:r>
              <a:rPr lang="en-US" sz="4400" dirty="0">
                <a:ea typeface="+mn-lt"/>
                <a:cs typeface="+mn-lt"/>
              </a:rPr>
              <a:t>Pantry Chef helps people discover new ways to use the food they have. The app also supports people who are starting their cooking journey by both providing detailed instructions and recipe difficulty ratings. Pantry Chef serves as a practical solution that both encourages resource awareness and supports cooking habits that are both approachable and effective. </a:t>
            </a:r>
            <a:endParaRPr lang="en-US" sz="7250" dirty="0">
              <a:ea typeface="+mn-lt"/>
              <a:cs typeface="+mn-lt"/>
            </a:endParaRPr>
          </a:p>
        </p:txBody>
      </p:sp>
      <p:sp>
        <p:nvSpPr>
          <p:cNvPr id="42" name="TextBox 41"/>
          <p:cNvSpPr txBox="1"/>
          <p:nvPr/>
        </p:nvSpPr>
        <p:spPr>
          <a:xfrm>
            <a:off x="1371600" y="6400800"/>
            <a:ext cx="7543800" cy="92333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spAutoFit/>
          </a:bodyPr>
          <a:lstStyle/>
          <a:p>
            <a:pPr algn="ctr"/>
            <a:r>
              <a:rPr lang="en-US" sz="5400" b="1">
                <a:solidFill>
                  <a:srgbClr val="C00000"/>
                </a:solidFill>
              </a:rPr>
              <a:t>Abstract</a:t>
            </a:r>
          </a:p>
        </p:txBody>
      </p:sp>
      <p:sp>
        <p:nvSpPr>
          <p:cNvPr id="9" name="TextBox 8"/>
          <p:cNvSpPr txBox="1"/>
          <p:nvPr/>
        </p:nvSpPr>
        <p:spPr>
          <a:xfrm>
            <a:off x="7772400" y="914400"/>
            <a:ext cx="22860000" cy="1446550"/>
          </a:xfrm>
          <a:prstGeom prst="rect">
            <a:avLst/>
          </a:prstGeom>
          <a:solidFill>
            <a:schemeClr val="bg1"/>
          </a:solidFill>
        </p:spPr>
        <p:txBody>
          <a:bodyPr wrap="square" rtlCol="0">
            <a:spAutoFit/>
          </a:bodyPr>
          <a:lstStyle/>
          <a:p>
            <a:pPr algn="ctr"/>
            <a:r>
              <a:rPr lang="en-US" sz="8800" b="1">
                <a:solidFill>
                  <a:srgbClr val="BB1C3F"/>
                </a:solidFill>
              </a:rPr>
              <a:t>Pantry Chef</a:t>
            </a:r>
          </a:p>
        </p:txBody>
      </p:sp>
      <p:sp>
        <p:nvSpPr>
          <p:cNvPr id="11" name="TextBox 10"/>
          <p:cNvSpPr txBox="1"/>
          <p:nvPr/>
        </p:nvSpPr>
        <p:spPr>
          <a:xfrm>
            <a:off x="7772400" y="2543144"/>
            <a:ext cx="22860000" cy="923330"/>
          </a:xfrm>
          <a:prstGeom prst="rect">
            <a:avLst/>
          </a:prstGeom>
          <a:noFill/>
        </p:spPr>
        <p:txBody>
          <a:bodyPr wrap="square" rtlCol="0">
            <a:spAutoFit/>
          </a:bodyPr>
          <a:lstStyle/>
          <a:p>
            <a:pPr algn="ctr"/>
            <a:r>
              <a:rPr lang="en-US" sz="5400" dirty="0"/>
              <a:t>Tyler Gilbert, Ashton Hull, Jacob Lehtola, Braxton Wilson</a:t>
            </a:r>
          </a:p>
        </p:txBody>
      </p:sp>
      <p:sp>
        <p:nvSpPr>
          <p:cNvPr id="33" name="TextBox 32">
            <a:extLst>
              <a:ext uri="{FF2B5EF4-FFF2-40B4-BE49-F238E27FC236}">
                <a16:creationId xmlns:a16="http://schemas.microsoft.com/office/drawing/2014/main" id="{131E4EA6-E914-104F-AF0A-B617E4CD864C}"/>
              </a:ext>
            </a:extLst>
          </p:cNvPr>
          <p:cNvSpPr txBox="1"/>
          <p:nvPr/>
        </p:nvSpPr>
        <p:spPr>
          <a:xfrm>
            <a:off x="7772400" y="3730135"/>
            <a:ext cx="22860000" cy="923330"/>
          </a:xfrm>
          <a:prstGeom prst="rect">
            <a:avLst/>
          </a:prstGeom>
          <a:noFill/>
        </p:spPr>
        <p:txBody>
          <a:bodyPr wrap="square" rtlCol="0">
            <a:spAutoFit/>
          </a:bodyPr>
          <a:lstStyle/>
          <a:p>
            <a:pPr algn="ctr"/>
            <a:r>
              <a:rPr lang="en-US" sz="5400" dirty="0"/>
              <a:t>Dept. Of Computer Science and Information Technology</a:t>
            </a:r>
          </a:p>
        </p:txBody>
      </p:sp>
      <p:sp>
        <p:nvSpPr>
          <p:cNvPr id="15" name="Rectangle 14">
            <a:extLst>
              <a:ext uri="{FF2B5EF4-FFF2-40B4-BE49-F238E27FC236}">
                <a16:creationId xmlns:a16="http://schemas.microsoft.com/office/drawing/2014/main" id="{6EE72D31-CE3C-4643-BFC4-AB5A67F9691D}"/>
              </a:ext>
            </a:extLst>
          </p:cNvPr>
          <p:cNvSpPr/>
          <p:nvPr/>
        </p:nvSpPr>
        <p:spPr>
          <a:xfrm>
            <a:off x="0" y="0"/>
            <a:ext cx="38404800" cy="5486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descr="Logo&#10;&#10;Description automatically generated">
            <a:extLst>
              <a:ext uri="{FF2B5EF4-FFF2-40B4-BE49-F238E27FC236}">
                <a16:creationId xmlns:a16="http://schemas.microsoft.com/office/drawing/2014/main" id="{57AC0E8A-34ED-EB42-BEC4-C70D0F19E8E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71600" y="914400"/>
            <a:ext cx="6126480" cy="3658870"/>
          </a:xfrm>
          <a:prstGeom prst="rect">
            <a:avLst/>
          </a:prstGeom>
        </p:spPr>
      </p:pic>
      <p:sp>
        <p:nvSpPr>
          <p:cNvPr id="50" name="TextBox 49">
            <a:extLst>
              <a:ext uri="{FF2B5EF4-FFF2-40B4-BE49-F238E27FC236}">
                <a16:creationId xmlns:a16="http://schemas.microsoft.com/office/drawing/2014/main" id="{D52D404C-22B6-5E44-8D47-70D924BED731}"/>
              </a:ext>
            </a:extLst>
          </p:cNvPr>
          <p:cNvSpPr txBox="1"/>
          <p:nvPr/>
        </p:nvSpPr>
        <p:spPr>
          <a:xfrm>
            <a:off x="10789443" y="23610164"/>
            <a:ext cx="7543800" cy="14126944"/>
          </a:xfrm>
          <a:prstGeom prst="rect">
            <a:avLst/>
          </a:prstGeom>
          <a:ln>
            <a:noFill/>
          </a:ln>
        </p:spPr>
        <p:style>
          <a:lnRef idx="2">
            <a:schemeClr val="dk1"/>
          </a:lnRef>
          <a:fillRef idx="1">
            <a:schemeClr val="lt1"/>
          </a:fillRef>
          <a:effectRef idx="0">
            <a:schemeClr val="dk1"/>
          </a:effectRef>
          <a:fontRef idx="minor">
            <a:schemeClr val="dk1"/>
          </a:fontRef>
        </p:style>
        <p:txBody>
          <a:bodyPr wrap="square" lIns="91440" tIns="45720" rIns="91440" bIns="45720" rtlCol="0" anchor="t">
            <a:spAutoFit/>
          </a:bodyPr>
          <a:lstStyle/>
          <a:p>
            <a:pPr algn="just"/>
            <a:r>
              <a:rPr lang="en-US" sz="4400" dirty="0">
                <a:ea typeface="+mn-lt"/>
                <a:cs typeface="+mn-lt"/>
              </a:rPr>
              <a:t>Pantry Chef is designed with simplicity in mind, as evidenced by its user-friendly interface. The app consists of four main pages: settings, barcode scanner, recipes, and pantry. Every page has a unified purpose: making cooking easier, with a page for keeping track of all ingredients and another page for recipes recommended based on the ingredients in the pantry. To simplify, users can also update information like the quantity of each item added. Scan barcodes of common food items and allow the users to update information based on how many of each item are added.</a:t>
            </a:r>
          </a:p>
          <a:p>
            <a:pPr algn="just"/>
            <a:endParaRPr lang="en-US" sz="3200" dirty="0">
              <a:ea typeface="Calibri"/>
              <a:cs typeface="Calibri"/>
            </a:endParaRPr>
          </a:p>
        </p:txBody>
      </p:sp>
      <p:sp>
        <p:nvSpPr>
          <p:cNvPr id="51" name="TextBox 50">
            <a:extLst>
              <a:ext uri="{FF2B5EF4-FFF2-40B4-BE49-F238E27FC236}">
                <a16:creationId xmlns:a16="http://schemas.microsoft.com/office/drawing/2014/main" id="{5F260FA1-F34C-E848-8BF8-421439B9412C}"/>
              </a:ext>
            </a:extLst>
          </p:cNvPr>
          <p:cNvSpPr txBox="1"/>
          <p:nvPr/>
        </p:nvSpPr>
        <p:spPr>
          <a:xfrm>
            <a:off x="10744200" y="6400799"/>
            <a:ext cx="7543800" cy="92333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n-US" sz="5400" b="1">
                <a:solidFill>
                  <a:srgbClr val="BB1C3F"/>
                </a:solidFill>
              </a:rPr>
              <a:t>Design</a:t>
            </a:r>
          </a:p>
        </p:txBody>
      </p:sp>
      <p:sp>
        <p:nvSpPr>
          <p:cNvPr id="52" name="TextBox 51">
            <a:extLst>
              <a:ext uri="{FF2B5EF4-FFF2-40B4-BE49-F238E27FC236}">
                <a16:creationId xmlns:a16="http://schemas.microsoft.com/office/drawing/2014/main" id="{122B8F71-E134-414F-9A2A-89B6A9482606}"/>
              </a:ext>
            </a:extLst>
          </p:cNvPr>
          <p:cNvSpPr txBox="1"/>
          <p:nvPr/>
        </p:nvSpPr>
        <p:spPr>
          <a:xfrm>
            <a:off x="20116800" y="7315200"/>
            <a:ext cx="7543800" cy="11356955"/>
          </a:xfrm>
          <a:prstGeom prst="rect">
            <a:avLst/>
          </a:prstGeom>
          <a:ln>
            <a:noFill/>
          </a:ln>
        </p:spPr>
        <p:style>
          <a:lnRef idx="2">
            <a:schemeClr val="dk1"/>
          </a:lnRef>
          <a:fillRef idx="1">
            <a:schemeClr val="lt1"/>
          </a:fillRef>
          <a:effectRef idx="0">
            <a:schemeClr val="dk1"/>
          </a:effectRef>
          <a:fontRef idx="minor">
            <a:schemeClr val="dk1"/>
          </a:fontRef>
        </p:style>
        <p:txBody>
          <a:bodyPr wrap="square" lIns="91440" tIns="45720" rIns="91440" bIns="45720" rtlCol="0" anchor="t">
            <a:spAutoFit/>
          </a:bodyPr>
          <a:lstStyle/>
          <a:p>
            <a:pPr algn="just"/>
            <a:r>
              <a:rPr lang="en-US" sz="4400" dirty="0">
                <a:ea typeface="+mn-lt"/>
                <a:cs typeface="+mn-lt"/>
              </a:rPr>
              <a:t>Pantry Chef is a mobile app that works on both Apple and Android devices. The app was written in TypeScript, with the UI implemented in React Native. For the app's backend, we used </a:t>
            </a:r>
            <a:r>
              <a:rPr lang="en-US" sz="4400" dirty="0" err="1">
                <a:ea typeface="+mn-lt"/>
                <a:cs typeface="+mn-lt"/>
              </a:rPr>
              <a:t>Supabase</a:t>
            </a:r>
            <a:r>
              <a:rPr lang="en-US" sz="4400" dirty="0">
                <a:ea typeface="+mn-lt"/>
                <a:cs typeface="+mn-lt"/>
              </a:rPr>
              <a:t> for both login functionality and for storing ingredients and recipes in the recipe and pantry settings. When designing an app, it is important to consider its appearance, and we wanted to keep a simple, streamlined approach.</a:t>
            </a:r>
            <a:endParaRPr lang="en-US" sz="4400" dirty="0">
              <a:ea typeface="Calibri" panose="020F0502020204030204"/>
              <a:cs typeface="Calibri" panose="020F0502020204030204"/>
            </a:endParaRPr>
          </a:p>
          <a:p>
            <a:pPr algn="just"/>
            <a:endParaRPr lang="en-US" sz="3600" dirty="0">
              <a:ea typeface="+mn-lt"/>
              <a:cs typeface="+mn-lt"/>
            </a:endParaRPr>
          </a:p>
          <a:p>
            <a:pPr algn="just"/>
            <a:endParaRPr lang="en-US" sz="3600" dirty="0">
              <a:ea typeface="Calibri"/>
              <a:cs typeface="Calibri"/>
            </a:endParaRPr>
          </a:p>
        </p:txBody>
      </p:sp>
      <p:sp>
        <p:nvSpPr>
          <p:cNvPr id="53" name="TextBox 52">
            <a:extLst>
              <a:ext uri="{FF2B5EF4-FFF2-40B4-BE49-F238E27FC236}">
                <a16:creationId xmlns:a16="http://schemas.microsoft.com/office/drawing/2014/main" id="{9ADEE2E9-7AD4-AF4A-A8DE-2DD6E398169D}"/>
              </a:ext>
            </a:extLst>
          </p:cNvPr>
          <p:cNvSpPr txBox="1"/>
          <p:nvPr/>
        </p:nvSpPr>
        <p:spPr>
          <a:xfrm>
            <a:off x="20116800" y="6400799"/>
            <a:ext cx="7543800" cy="92333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n-US" sz="5400" b="1">
                <a:solidFill>
                  <a:srgbClr val="BB1C3F"/>
                </a:solidFill>
              </a:rPr>
              <a:t>Technology</a:t>
            </a:r>
          </a:p>
        </p:txBody>
      </p:sp>
      <p:sp>
        <p:nvSpPr>
          <p:cNvPr id="54" name="TextBox 53">
            <a:extLst>
              <a:ext uri="{FF2B5EF4-FFF2-40B4-BE49-F238E27FC236}">
                <a16:creationId xmlns:a16="http://schemas.microsoft.com/office/drawing/2014/main" id="{D25BFCBA-8F53-DD46-A2ED-0F4416500F31}"/>
              </a:ext>
            </a:extLst>
          </p:cNvPr>
          <p:cNvSpPr txBox="1"/>
          <p:nvPr/>
        </p:nvSpPr>
        <p:spPr>
          <a:xfrm>
            <a:off x="29489400" y="7278624"/>
            <a:ext cx="7543800" cy="13634502"/>
          </a:xfrm>
          <a:prstGeom prst="rect">
            <a:avLst/>
          </a:prstGeom>
          <a:ln>
            <a:noFill/>
          </a:ln>
        </p:spPr>
        <p:style>
          <a:lnRef idx="2">
            <a:schemeClr val="dk1"/>
          </a:lnRef>
          <a:fillRef idx="1">
            <a:schemeClr val="lt1"/>
          </a:fillRef>
          <a:effectRef idx="0">
            <a:schemeClr val="dk1"/>
          </a:effectRef>
          <a:fontRef idx="minor">
            <a:schemeClr val="dk1"/>
          </a:fontRef>
        </p:style>
        <p:txBody>
          <a:bodyPr wrap="square" lIns="91440" tIns="45720" rIns="91440" bIns="45720" rtlCol="0" anchor="t">
            <a:spAutoFit/>
          </a:bodyPr>
          <a:lstStyle/>
          <a:p>
            <a:pPr algn="just"/>
            <a:r>
              <a:rPr lang="en-US" sz="4400" dirty="0">
                <a:ea typeface="+mn-lt"/>
                <a:cs typeface="+mn-lt"/>
              </a:rPr>
              <a:t>One of the main problems we were looking to tackle with Pantry Chef was how to make cooking easier and more accessible for people. As college students, cooking can be a technical nightmare. To help with recipe recommendations, the app keeps track of the ingredients the user already owns and those the user buys in the future.  To be as efficient as possible, we combined the two to create an app that not only keeps track of the ingredients you have but also recommends recipes from a database based on the ingredients currently in your pantry.</a:t>
            </a:r>
            <a:endParaRPr lang="en-US" dirty="0">
              <a:ea typeface="Calibri" panose="020F0502020204030204"/>
              <a:cs typeface="Calibri" panose="020F0502020204030204"/>
            </a:endParaRPr>
          </a:p>
          <a:p>
            <a:pPr algn="just"/>
            <a:endParaRPr lang="en-US" sz="4400" dirty="0">
              <a:ea typeface="Calibri" panose="020F0502020204030204"/>
              <a:cs typeface="Calibri" panose="020F0502020204030204"/>
            </a:endParaRPr>
          </a:p>
        </p:txBody>
      </p:sp>
      <p:sp>
        <p:nvSpPr>
          <p:cNvPr id="55" name="TextBox 54">
            <a:extLst>
              <a:ext uri="{FF2B5EF4-FFF2-40B4-BE49-F238E27FC236}">
                <a16:creationId xmlns:a16="http://schemas.microsoft.com/office/drawing/2014/main" id="{4168701F-1D5B-6345-99A6-4CEE0D810E8D}"/>
              </a:ext>
            </a:extLst>
          </p:cNvPr>
          <p:cNvSpPr txBox="1"/>
          <p:nvPr/>
        </p:nvSpPr>
        <p:spPr>
          <a:xfrm>
            <a:off x="29489400" y="6364223"/>
            <a:ext cx="7543800" cy="92333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t">
            <a:spAutoFit/>
          </a:bodyPr>
          <a:lstStyle/>
          <a:p>
            <a:pPr algn="ctr"/>
            <a:r>
              <a:rPr lang="en-US" sz="5400" b="1">
                <a:solidFill>
                  <a:srgbClr val="BB1C3F"/>
                </a:solidFill>
              </a:rPr>
              <a:t>Background</a:t>
            </a:r>
          </a:p>
        </p:txBody>
      </p:sp>
      <p:sp>
        <p:nvSpPr>
          <p:cNvPr id="63" name="TextBox 62">
            <a:extLst>
              <a:ext uri="{FF2B5EF4-FFF2-40B4-BE49-F238E27FC236}">
                <a16:creationId xmlns:a16="http://schemas.microsoft.com/office/drawing/2014/main" id="{9A32D62A-0501-F949-A5B2-821CB6B360C1}"/>
              </a:ext>
            </a:extLst>
          </p:cNvPr>
          <p:cNvSpPr txBox="1"/>
          <p:nvPr/>
        </p:nvSpPr>
        <p:spPr>
          <a:xfrm>
            <a:off x="10933057" y="21461221"/>
            <a:ext cx="7543800" cy="1938992"/>
          </a:xfrm>
          <a:prstGeom prst="rect">
            <a:avLst/>
          </a:prstGeom>
          <a:ln>
            <a:noFill/>
          </a:ln>
        </p:spPr>
        <p:style>
          <a:lnRef idx="2">
            <a:schemeClr val="dk1"/>
          </a:lnRef>
          <a:fillRef idx="1">
            <a:schemeClr val="lt1"/>
          </a:fillRef>
          <a:effectRef idx="0">
            <a:schemeClr val="dk1"/>
          </a:effectRef>
          <a:fontRef idx="minor">
            <a:schemeClr val="dk1"/>
          </a:fontRef>
        </p:style>
        <p:txBody>
          <a:bodyPr wrap="square" lIns="91440" tIns="45720" rIns="91440" bIns="45720" rtlCol="0" anchor="t">
            <a:spAutoFit/>
          </a:bodyPr>
          <a:lstStyle/>
          <a:p>
            <a:pPr algn="just"/>
            <a:r>
              <a:rPr lang="en-US" sz="4000" b="1">
                <a:solidFill>
                  <a:srgbClr val="BB1C3F"/>
                </a:solidFill>
              </a:rPr>
              <a:t>Figure 2: </a:t>
            </a:r>
            <a:r>
              <a:rPr lang="en-US" sz="4000"/>
              <a:t>Users can view the ingredients in their pantry, search and modify existing ingredients.</a:t>
            </a:r>
          </a:p>
        </p:txBody>
      </p:sp>
      <p:sp>
        <p:nvSpPr>
          <p:cNvPr id="66" name="TextBox 65">
            <a:extLst>
              <a:ext uri="{FF2B5EF4-FFF2-40B4-BE49-F238E27FC236}">
                <a16:creationId xmlns:a16="http://schemas.microsoft.com/office/drawing/2014/main" id="{EC1F8AC7-7AEA-E74F-BE38-74113B20D5C9}"/>
              </a:ext>
            </a:extLst>
          </p:cNvPr>
          <p:cNvSpPr txBox="1"/>
          <p:nvPr/>
        </p:nvSpPr>
        <p:spPr>
          <a:xfrm>
            <a:off x="20207287" y="35480465"/>
            <a:ext cx="7543800" cy="1323439"/>
          </a:xfrm>
          <a:prstGeom prst="rect">
            <a:avLst/>
          </a:prstGeom>
          <a:ln>
            <a:noFill/>
          </a:ln>
        </p:spPr>
        <p:style>
          <a:lnRef idx="2">
            <a:schemeClr val="dk1"/>
          </a:lnRef>
          <a:fillRef idx="1">
            <a:schemeClr val="lt1"/>
          </a:fillRef>
          <a:effectRef idx="0">
            <a:schemeClr val="dk1"/>
          </a:effectRef>
          <a:fontRef idx="minor">
            <a:schemeClr val="dk1"/>
          </a:fontRef>
        </p:style>
        <p:txBody>
          <a:bodyPr wrap="square" lIns="91440" tIns="45720" rIns="91440" bIns="45720" rtlCol="0" anchor="t">
            <a:spAutoFit/>
          </a:bodyPr>
          <a:lstStyle/>
          <a:p>
            <a:pPr algn="just"/>
            <a:r>
              <a:rPr lang="en-US" sz="4000" b="1">
                <a:solidFill>
                  <a:srgbClr val="BB1C3F"/>
                </a:solidFill>
              </a:rPr>
              <a:t>Figure 4: </a:t>
            </a:r>
            <a:r>
              <a:rPr lang="en-US" sz="4000">
                <a:solidFill>
                  <a:schemeClr val="tx1"/>
                </a:solidFill>
              </a:rPr>
              <a:t>The server architecture of Pantry Chef.</a:t>
            </a:r>
          </a:p>
        </p:txBody>
      </p:sp>
      <p:sp>
        <p:nvSpPr>
          <p:cNvPr id="67" name="TextBox 66">
            <a:extLst>
              <a:ext uri="{FF2B5EF4-FFF2-40B4-BE49-F238E27FC236}">
                <a16:creationId xmlns:a16="http://schemas.microsoft.com/office/drawing/2014/main" id="{8E91F93C-A7BD-B64A-849B-B4DA616BE3FB}"/>
              </a:ext>
            </a:extLst>
          </p:cNvPr>
          <p:cNvSpPr txBox="1"/>
          <p:nvPr/>
        </p:nvSpPr>
        <p:spPr>
          <a:xfrm>
            <a:off x="29489400" y="27312580"/>
            <a:ext cx="7543800" cy="91440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n-US" sz="5400" b="1" dirty="0">
                <a:solidFill>
                  <a:srgbClr val="BB1C3F"/>
                </a:solidFill>
              </a:rPr>
              <a:t>References</a:t>
            </a:r>
          </a:p>
        </p:txBody>
      </p:sp>
      <p:sp>
        <p:nvSpPr>
          <p:cNvPr id="71" name="TextBox 70">
            <a:extLst>
              <a:ext uri="{FF2B5EF4-FFF2-40B4-BE49-F238E27FC236}">
                <a16:creationId xmlns:a16="http://schemas.microsoft.com/office/drawing/2014/main" id="{91F0780E-0709-FD48-B93E-B99DCFE28DBE}"/>
              </a:ext>
            </a:extLst>
          </p:cNvPr>
          <p:cNvSpPr txBox="1"/>
          <p:nvPr/>
        </p:nvSpPr>
        <p:spPr>
          <a:xfrm>
            <a:off x="29489400" y="28368013"/>
            <a:ext cx="7543800" cy="2123658"/>
          </a:xfrm>
          <a:prstGeom prst="rect">
            <a:avLst/>
          </a:prstGeom>
          <a:ln>
            <a:noFill/>
          </a:ln>
        </p:spPr>
        <p:style>
          <a:lnRef idx="2">
            <a:schemeClr val="dk1"/>
          </a:lnRef>
          <a:fillRef idx="1">
            <a:schemeClr val="lt1"/>
          </a:fillRef>
          <a:effectRef idx="0">
            <a:schemeClr val="dk1"/>
          </a:effectRef>
          <a:fontRef idx="minor">
            <a:schemeClr val="dk1"/>
          </a:fontRef>
        </p:style>
        <p:txBody>
          <a:bodyPr wrap="square" lIns="91440" tIns="45720" rIns="91440" bIns="45720" rtlCol="0" anchor="t">
            <a:spAutoFit/>
          </a:bodyPr>
          <a:lstStyle/>
          <a:p>
            <a:pPr marL="514350" indent="-514350" algn="just">
              <a:buAutoNum type="arabicPeriod"/>
            </a:pPr>
            <a:r>
              <a:rPr lang="en-US" sz="4400" dirty="0"/>
              <a:t>React Native: </a:t>
            </a:r>
            <a:r>
              <a:rPr lang="en-US" sz="4400" u="sng" dirty="0" err="1">
                <a:solidFill>
                  <a:schemeClr val="accent1">
                    <a:lumMod val="76000"/>
                  </a:schemeClr>
                </a:solidFill>
                <a:ea typeface="+mn-lt"/>
                <a:cs typeface="+mn-lt"/>
              </a:rPr>
              <a:t>reactnative.dev</a:t>
            </a:r>
            <a:endParaRPr lang="en-US" sz="4400" u="sng" dirty="0">
              <a:solidFill>
                <a:schemeClr val="accent1">
                  <a:lumMod val="76000"/>
                </a:schemeClr>
              </a:solidFill>
              <a:ea typeface="Calibri"/>
              <a:cs typeface="Calibri"/>
            </a:endParaRPr>
          </a:p>
          <a:p>
            <a:pPr marL="514350" indent="-514350" algn="just">
              <a:buAutoNum type="arabicPeriod"/>
            </a:pPr>
            <a:r>
              <a:rPr lang="en-US" sz="4400" dirty="0" err="1"/>
              <a:t>Spoonacular:</a:t>
            </a:r>
            <a:r>
              <a:rPr lang="en-US" sz="4400" u="sng" dirty="0" err="1">
                <a:solidFill>
                  <a:schemeClr val="accent1">
                    <a:lumMod val="76000"/>
                  </a:schemeClr>
                </a:solidFill>
              </a:rPr>
              <a:t>spoonacular.com</a:t>
            </a:r>
            <a:endParaRPr lang="en-US" sz="4400" u="sng" dirty="0">
              <a:solidFill>
                <a:schemeClr val="accent1">
                  <a:lumMod val="76000"/>
                </a:schemeClr>
              </a:solidFill>
              <a:ea typeface="Calibri"/>
              <a:cs typeface="Calibri"/>
            </a:endParaRPr>
          </a:p>
          <a:p>
            <a:pPr marL="514350" indent="-514350" algn="just">
              <a:buAutoNum type="arabicPeriod"/>
            </a:pPr>
            <a:r>
              <a:rPr lang="en-US" sz="4400" dirty="0" err="1">
                <a:ea typeface="Calibri"/>
                <a:cs typeface="Calibri"/>
              </a:rPr>
              <a:t>Supabase</a:t>
            </a:r>
            <a:r>
              <a:rPr lang="en-US" sz="4400" dirty="0">
                <a:ea typeface="Calibri"/>
                <a:cs typeface="Calibri"/>
              </a:rPr>
              <a:t>: </a:t>
            </a:r>
            <a:r>
              <a:rPr lang="en-US" sz="4400" u="sng" dirty="0">
                <a:solidFill>
                  <a:schemeClr val="accent1">
                    <a:lumMod val="76000"/>
                  </a:schemeClr>
                </a:solidFill>
                <a:ea typeface="+mn-lt"/>
                <a:cs typeface="+mn-lt"/>
              </a:rPr>
              <a:t>supabase.com </a:t>
            </a:r>
          </a:p>
        </p:txBody>
      </p:sp>
      <p:sp>
        <p:nvSpPr>
          <p:cNvPr id="72" name="TextBox 71">
            <a:extLst>
              <a:ext uri="{FF2B5EF4-FFF2-40B4-BE49-F238E27FC236}">
                <a16:creationId xmlns:a16="http://schemas.microsoft.com/office/drawing/2014/main" id="{5E014FC1-89AE-2C42-B656-71AC274FF794}"/>
              </a:ext>
            </a:extLst>
          </p:cNvPr>
          <p:cNvSpPr txBox="1"/>
          <p:nvPr/>
        </p:nvSpPr>
        <p:spPr>
          <a:xfrm>
            <a:off x="29489400" y="31274428"/>
            <a:ext cx="7543800" cy="914400"/>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wrap="square" rtlCol="0">
            <a:spAutoFit/>
          </a:bodyPr>
          <a:lstStyle/>
          <a:p>
            <a:pPr algn="ctr"/>
            <a:r>
              <a:rPr lang="en-US" sz="5400" b="1" dirty="0">
                <a:solidFill>
                  <a:srgbClr val="BB1C3F"/>
                </a:solidFill>
              </a:rPr>
              <a:t>Acknowledgements</a:t>
            </a:r>
          </a:p>
        </p:txBody>
      </p:sp>
      <p:sp>
        <p:nvSpPr>
          <p:cNvPr id="74" name="TextBox 73">
            <a:extLst>
              <a:ext uri="{FF2B5EF4-FFF2-40B4-BE49-F238E27FC236}">
                <a16:creationId xmlns:a16="http://schemas.microsoft.com/office/drawing/2014/main" id="{D3B353B1-5EC5-9B40-8654-50B3A5F38B70}"/>
              </a:ext>
            </a:extLst>
          </p:cNvPr>
          <p:cNvSpPr txBox="1"/>
          <p:nvPr/>
        </p:nvSpPr>
        <p:spPr>
          <a:xfrm>
            <a:off x="29471389" y="32148443"/>
            <a:ext cx="7543800" cy="4154984"/>
          </a:xfrm>
          <a:prstGeom prst="rect">
            <a:avLst/>
          </a:prstGeom>
          <a:ln>
            <a:noFill/>
          </a:ln>
        </p:spPr>
        <p:style>
          <a:lnRef idx="2">
            <a:schemeClr val="dk1"/>
          </a:lnRef>
          <a:fillRef idx="1">
            <a:schemeClr val="lt1"/>
          </a:fillRef>
          <a:effectRef idx="0">
            <a:schemeClr val="dk1"/>
          </a:effectRef>
          <a:fontRef idx="minor">
            <a:schemeClr val="dk1"/>
          </a:fontRef>
        </p:style>
        <p:txBody>
          <a:bodyPr wrap="square" lIns="91440" tIns="45720" rIns="91440" bIns="45720" rtlCol="0" anchor="t">
            <a:spAutoFit/>
          </a:bodyPr>
          <a:lstStyle/>
          <a:p>
            <a:pPr algn="just"/>
            <a:r>
              <a:rPr lang="en-US" sz="4400" dirty="0"/>
              <a:t>We would like to thank Dr. Karen Meisch for her support of students in the College of STEM, and Dr. Leong Lee for his support of students in the Department of CSIT.</a:t>
            </a:r>
          </a:p>
        </p:txBody>
      </p:sp>
      <p:cxnSp>
        <p:nvCxnSpPr>
          <p:cNvPr id="78" name="Straight Connector 77">
            <a:extLst>
              <a:ext uri="{FF2B5EF4-FFF2-40B4-BE49-F238E27FC236}">
                <a16:creationId xmlns:a16="http://schemas.microsoft.com/office/drawing/2014/main" id="{13D3A641-3556-174E-81A8-FB2A256E9AF5}"/>
              </a:ext>
            </a:extLst>
          </p:cNvPr>
          <p:cNvCxnSpPr/>
          <p:nvPr/>
        </p:nvCxnSpPr>
        <p:spPr>
          <a:xfrm>
            <a:off x="1379911" y="5699760"/>
            <a:ext cx="35661600" cy="0"/>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pic>
        <p:nvPicPr>
          <p:cNvPr id="8" name="Graphic 7">
            <a:extLst>
              <a:ext uri="{FF2B5EF4-FFF2-40B4-BE49-F238E27FC236}">
                <a16:creationId xmlns:a16="http://schemas.microsoft.com/office/drawing/2014/main" id="{7510D6EB-1DE1-C1D9-2285-B8DB041E394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044225" y="780025"/>
            <a:ext cx="4016776" cy="4136978"/>
          </a:xfrm>
          <a:prstGeom prst="rect">
            <a:avLst/>
          </a:prstGeom>
        </p:spPr>
      </p:pic>
      <p:pic>
        <p:nvPicPr>
          <p:cNvPr id="6" name="Picture 5">
            <a:extLst>
              <a:ext uri="{FF2B5EF4-FFF2-40B4-BE49-F238E27FC236}">
                <a16:creationId xmlns:a16="http://schemas.microsoft.com/office/drawing/2014/main" id="{6CB81414-4EBD-95DD-AC8D-EFCDE087045D}"/>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0883657" y="7147676"/>
            <a:ext cx="7449586" cy="14198704"/>
          </a:xfrm>
          <a:prstGeom prst="rect">
            <a:avLst/>
          </a:prstGeom>
          <a:effectLst>
            <a:outerShdw blurRad="266700" dist="63500" dir="5400000" algn="t" rotWithShape="0">
              <a:prstClr val="black">
                <a:alpha val="44000"/>
              </a:prstClr>
            </a:outerShdw>
          </a:effectLst>
        </p:spPr>
      </p:pic>
      <p:pic>
        <p:nvPicPr>
          <p:cNvPr id="4" name="Graphic 3">
            <a:extLst>
              <a:ext uri="{FF2B5EF4-FFF2-40B4-BE49-F238E27FC236}">
                <a16:creationId xmlns:a16="http://schemas.microsoft.com/office/drawing/2014/main" id="{0FF2BDC5-54C0-821F-A317-E500F101FC7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1191765" y="20848320"/>
            <a:ext cx="4223223" cy="4223223"/>
          </a:xfrm>
          <a:prstGeom prst="rect">
            <a:avLst/>
          </a:prstGeom>
        </p:spPr>
      </p:pic>
      <p:sp>
        <p:nvSpPr>
          <p:cNvPr id="5" name="TextBox 4">
            <a:extLst>
              <a:ext uri="{FF2B5EF4-FFF2-40B4-BE49-F238E27FC236}">
                <a16:creationId xmlns:a16="http://schemas.microsoft.com/office/drawing/2014/main" id="{23BBBB44-CA46-BA94-892D-0ECF7DDB1993}"/>
              </a:ext>
            </a:extLst>
          </p:cNvPr>
          <p:cNvSpPr txBox="1"/>
          <p:nvPr/>
        </p:nvSpPr>
        <p:spPr>
          <a:xfrm>
            <a:off x="29489400" y="24896598"/>
            <a:ext cx="7543800" cy="1815882"/>
          </a:xfrm>
          <a:prstGeom prst="rect">
            <a:avLst/>
          </a:prstGeom>
          <a:ln>
            <a:noFill/>
          </a:ln>
        </p:spPr>
        <p:style>
          <a:lnRef idx="2">
            <a:schemeClr val="dk1"/>
          </a:lnRef>
          <a:fillRef idx="1">
            <a:schemeClr val="lt1"/>
          </a:fillRef>
          <a:effectRef idx="0">
            <a:schemeClr val="dk1"/>
          </a:effectRef>
          <a:fontRef idx="minor">
            <a:schemeClr val="dk1"/>
          </a:fontRef>
        </p:style>
        <p:txBody>
          <a:bodyPr wrap="square" lIns="91440" tIns="45720" rIns="91440" bIns="45720" rtlCol="0" anchor="t">
            <a:spAutoFit/>
          </a:bodyPr>
          <a:lstStyle/>
          <a:p>
            <a:pPr algn="just"/>
            <a:endParaRPr lang="en-US" sz="3200" b="1" dirty="0">
              <a:solidFill>
                <a:srgbClr val="BB1C3F"/>
              </a:solidFill>
            </a:endParaRPr>
          </a:p>
          <a:p>
            <a:pPr algn="just"/>
            <a:r>
              <a:rPr lang="en-US" sz="4000" b="1" dirty="0">
                <a:solidFill>
                  <a:srgbClr val="BB1C3F"/>
                </a:solidFill>
              </a:rPr>
              <a:t>Figure 5: </a:t>
            </a:r>
            <a:r>
              <a:rPr lang="en-US" sz="4000" dirty="0">
                <a:solidFill>
                  <a:schemeClr val="tx1"/>
                </a:solidFill>
              </a:rPr>
              <a:t>Learn more at get-pantry-chef.com</a:t>
            </a:r>
            <a:endParaRPr lang="en-US" sz="4000" dirty="0">
              <a:solidFill>
                <a:schemeClr val="tx1"/>
              </a:solidFill>
              <a:ea typeface="Calibri"/>
              <a:cs typeface="Calibri"/>
            </a:endParaRPr>
          </a:p>
        </p:txBody>
      </p:sp>
      <p:pic>
        <p:nvPicPr>
          <p:cNvPr id="7" name="Graphic 6">
            <a:extLst>
              <a:ext uri="{FF2B5EF4-FFF2-40B4-BE49-F238E27FC236}">
                <a16:creationId xmlns:a16="http://schemas.microsoft.com/office/drawing/2014/main" id="{DB8EBB75-29EB-4C4E-1803-CB32D877684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0434231" y="26517600"/>
            <a:ext cx="5912204" cy="7898800"/>
          </a:xfrm>
          <a:prstGeom prst="rect">
            <a:avLst/>
          </a:prstGeom>
        </p:spPr>
      </p:pic>
      <p:sp>
        <p:nvSpPr>
          <p:cNvPr id="2" name="TextBox 1">
            <a:extLst>
              <a:ext uri="{FF2B5EF4-FFF2-40B4-BE49-F238E27FC236}">
                <a16:creationId xmlns:a16="http://schemas.microsoft.com/office/drawing/2014/main" id="{17319E8F-1586-2362-DE0D-4D25667ABB8D}"/>
              </a:ext>
            </a:extLst>
          </p:cNvPr>
          <p:cNvSpPr txBox="1"/>
          <p:nvPr/>
        </p:nvSpPr>
        <p:spPr>
          <a:xfrm>
            <a:off x="20178712" y="23162341"/>
            <a:ext cx="7543800" cy="2000548"/>
          </a:xfrm>
          <a:prstGeom prst="rect">
            <a:avLst/>
          </a:prstGeom>
          <a:ln>
            <a:noFill/>
          </a:ln>
        </p:spPr>
        <p:style>
          <a:lnRef idx="2">
            <a:schemeClr val="dk1"/>
          </a:lnRef>
          <a:fillRef idx="1">
            <a:schemeClr val="lt1"/>
          </a:fillRef>
          <a:effectRef idx="0">
            <a:schemeClr val="dk1"/>
          </a:effectRef>
          <a:fontRef idx="minor">
            <a:schemeClr val="dk1"/>
          </a:fontRef>
        </p:style>
        <p:txBody>
          <a:bodyPr wrap="square" lIns="91440" tIns="45720" rIns="91440" bIns="45720" rtlCol="0" anchor="t">
            <a:spAutoFit/>
          </a:bodyPr>
          <a:lstStyle/>
          <a:p>
            <a:pPr algn="just"/>
            <a:r>
              <a:rPr lang="en-US" sz="4000" b="1">
                <a:solidFill>
                  <a:srgbClr val="BB1C3F"/>
                </a:solidFill>
              </a:rPr>
              <a:t>Figure 3: </a:t>
            </a:r>
            <a:r>
              <a:rPr lang="en-US" sz="4000"/>
              <a:t>The app scans barcodes of ingredients to add them into the pantry.</a:t>
            </a:r>
          </a:p>
        </p:txBody>
      </p:sp>
      <p:sp>
        <p:nvSpPr>
          <p:cNvPr id="13" name="TextBox 12">
            <a:extLst>
              <a:ext uri="{FF2B5EF4-FFF2-40B4-BE49-F238E27FC236}">
                <a16:creationId xmlns:a16="http://schemas.microsoft.com/office/drawing/2014/main" id="{26BB88EF-9FDD-379D-754E-B138D8B40728}"/>
              </a:ext>
            </a:extLst>
          </p:cNvPr>
          <p:cNvSpPr txBox="1"/>
          <p:nvPr/>
        </p:nvSpPr>
        <p:spPr>
          <a:xfrm>
            <a:off x="1379911" y="25906635"/>
            <a:ext cx="7543800" cy="1938992"/>
          </a:xfrm>
          <a:prstGeom prst="rect">
            <a:avLst/>
          </a:prstGeom>
          <a:ln>
            <a:noFill/>
          </a:ln>
        </p:spPr>
        <p:style>
          <a:lnRef idx="2">
            <a:schemeClr val="dk1"/>
          </a:lnRef>
          <a:fillRef idx="1">
            <a:schemeClr val="lt1"/>
          </a:fillRef>
          <a:effectRef idx="0">
            <a:schemeClr val="dk1"/>
          </a:effectRef>
          <a:fontRef idx="minor">
            <a:schemeClr val="dk1"/>
          </a:fontRef>
        </p:style>
        <p:txBody>
          <a:bodyPr wrap="square" lIns="91440" tIns="45720" rIns="91440" bIns="45720" rtlCol="0" anchor="t">
            <a:spAutoFit/>
          </a:bodyPr>
          <a:lstStyle/>
          <a:p>
            <a:pPr algn="just"/>
            <a:r>
              <a:rPr lang="en-US" sz="4000" b="1" dirty="0">
                <a:solidFill>
                  <a:srgbClr val="BB1C3F"/>
                </a:solidFill>
              </a:rPr>
              <a:t>Figure 1: </a:t>
            </a:r>
            <a:r>
              <a:rPr lang="en-US" sz="4000" dirty="0"/>
              <a:t>Pantry Chef supports manufactured and produce ingredients.</a:t>
            </a:r>
            <a:endParaRPr lang="en-US" sz="4000" dirty="0">
              <a:ea typeface="Calibri"/>
              <a:cs typeface="Calibri"/>
            </a:endParaRPr>
          </a:p>
        </p:txBody>
      </p:sp>
      <p:pic>
        <p:nvPicPr>
          <p:cNvPr id="14" name="Graphic 13">
            <a:extLst>
              <a:ext uri="{FF2B5EF4-FFF2-40B4-BE49-F238E27FC236}">
                <a16:creationId xmlns:a16="http://schemas.microsoft.com/office/drawing/2014/main" id="{D269209E-9B47-2CE3-8EA1-C3DAA800072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9857721" y="17641705"/>
            <a:ext cx="7893366" cy="4609060"/>
          </a:xfrm>
          <a:prstGeom prst="rect">
            <a:avLst/>
          </a:prstGeom>
        </p:spPr>
      </p:pic>
      <p:pic>
        <p:nvPicPr>
          <p:cNvPr id="10" name="Picture 9">
            <a:extLst>
              <a:ext uri="{FF2B5EF4-FFF2-40B4-BE49-F238E27FC236}">
                <a16:creationId xmlns:a16="http://schemas.microsoft.com/office/drawing/2014/main" id="{739C05DB-DE76-B68A-4CDC-DB40001F5CE3}"/>
              </a:ext>
            </a:extLst>
          </p:cNvPr>
          <p:cNvPicPr>
            <a:picLocks noChangeAspect="1"/>
          </p:cNvPicPr>
          <p:nvPr/>
        </p:nvPicPr>
        <p:blipFill>
          <a:blip r:embed="rId9">
            <a:extLst>
              <a:ext uri="{28A0092B-C50C-407E-A947-70E740481C1C}">
                <a14:useLocalDpi xmlns:a14="http://schemas.microsoft.com/office/drawing/2010/main" val="0"/>
              </a:ext>
            </a:extLst>
          </a:blip>
          <a:srcRect l="12645" t="21002" r="13273" b="41946"/>
          <a:stretch>
            <a:fillRect/>
          </a:stretch>
        </p:blipFill>
        <p:spPr>
          <a:xfrm>
            <a:off x="1586526" y="19078967"/>
            <a:ext cx="7113948" cy="6781882"/>
          </a:xfrm>
          <a:prstGeom prst="rect">
            <a:avLst/>
          </a:prstGeom>
        </p:spPr>
      </p:pic>
    </p:spTree>
    <p:extLst>
      <p:ext uri="{BB962C8B-B14F-4D97-AF65-F5344CB8AC3E}">
        <p14:creationId xmlns:p14="http://schemas.microsoft.com/office/powerpoint/2010/main" val="270966066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582</Words>
  <Application>Microsoft Office PowerPoint</Application>
  <PresentationFormat>Custom</PresentationFormat>
  <Paragraphs>39</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PowerPoint Presentation</vt:lpstr>
    </vt:vector>
  </TitlesOfParts>
  <Company>UCLA Division of Undergraduate Education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Cruz, Diana</dc:creator>
  <cp:lastModifiedBy>Lehtola, Jacob</cp:lastModifiedBy>
  <cp:revision>1</cp:revision>
  <cp:lastPrinted>2016-07-13T23:56:52Z</cp:lastPrinted>
  <dcterms:created xsi:type="dcterms:W3CDTF">2016-06-13T20:02:52Z</dcterms:created>
  <dcterms:modified xsi:type="dcterms:W3CDTF">2026-04-07T17:15:18Z</dcterms:modified>
</cp:coreProperties>
</file>
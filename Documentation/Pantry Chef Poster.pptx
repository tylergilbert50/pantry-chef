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66D170-AB39-49EB-8793-23D3844B1883}" v="3" dt="2026-04-02T16:09:40.1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806" y="-25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18068ac-1ea2-4e57-aa56-bea3065826c0::" providerId="AD" clId="Web-{D5B8E7CC-A9DA-6CCF-3307-A04E21252523}"/>
    <pc:docChg chg="modSld">
      <pc:chgData name="Guest User" userId="S::urn:spo:tenantanon#418068ac-1ea2-4e57-aa56-bea3065826c0::" providerId="AD" clId="Web-{D5B8E7CC-A9DA-6CCF-3307-A04E21252523}" dt="2026-03-31T02:28:30.519" v="211" actId="20577"/>
      <pc:docMkLst>
        <pc:docMk/>
      </pc:docMkLst>
      <pc:sldChg chg="modSp">
        <pc:chgData name="Guest User" userId="S::urn:spo:tenantanon#418068ac-1ea2-4e57-aa56-bea3065826c0::" providerId="AD" clId="Web-{D5B8E7CC-A9DA-6CCF-3307-A04E21252523}" dt="2026-03-31T02:28:30.519" v="211" actId="20577"/>
        <pc:sldMkLst>
          <pc:docMk/>
          <pc:sldMk cId="2709660663" sldId="257"/>
        </pc:sldMkLst>
        <pc:spChg chg="mod">
          <ac:chgData name="Guest User" userId="S::urn:spo:tenantanon#418068ac-1ea2-4e57-aa56-bea3065826c0::" providerId="AD" clId="Web-{D5B8E7CC-A9DA-6CCF-3307-A04E21252523}" dt="2026-03-31T02:28:30.519" v="211" actId="20577"/>
          <ac:spMkLst>
            <pc:docMk/>
            <pc:sldMk cId="2709660663" sldId="257"/>
            <ac:spMk id="52" creationId="{122B8F71-E134-414F-9A2A-89B6A9482606}"/>
          </ac:spMkLst>
        </pc:spChg>
      </pc:sldChg>
    </pc:docChg>
  </pc:docChgLst>
  <pc:docChgLst>
    <pc:chgData name="Guest User" userId="S::urn:spo:tenantanon#418068ac-1ea2-4e57-aa56-bea3065826c0::" providerId="AD" clId="Web-{E44FFB42-5322-65F4-C9D4-FBFBF5694E7D}"/>
    <pc:docChg chg="modSld">
      <pc:chgData name="Guest User" userId="S::urn:spo:tenantanon#418068ac-1ea2-4e57-aa56-bea3065826c0::" providerId="AD" clId="Web-{E44FFB42-5322-65F4-C9D4-FBFBF5694E7D}" dt="2026-03-31T17:21:46.882" v="661" actId="1076"/>
      <pc:docMkLst>
        <pc:docMk/>
      </pc:docMkLst>
      <pc:sldChg chg="delSp modSp">
        <pc:chgData name="Guest User" userId="S::urn:spo:tenantanon#418068ac-1ea2-4e57-aa56-bea3065826c0::" providerId="AD" clId="Web-{E44FFB42-5322-65F4-C9D4-FBFBF5694E7D}" dt="2026-03-31T17:21:46.882" v="661" actId="1076"/>
        <pc:sldMkLst>
          <pc:docMk/>
          <pc:sldMk cId="2709660663" sldId="257"/>
        </pc:sldMkLst>
        <pc:spChg chg="mod">
          <ac:chgData name="Guest User" userId="S::urn:spo:tenantanon#418068ac-1ea2-4e57-aa56-bea3065826c0::" providerId="AD" clId="Web-{E44FFB42-5322-65F4-C9D4-FBFBF5694E7D}" dt="2026-03-31T17:21:46.882" v="661" actId="1076"/>
          <ac:spMkLst>
            <pc:docMk/>
            <pc:sldMk cId="2709660663" sldId="257"/>
            <ac:spMk id="5" creationId="{23BBBB44-CA46-BA94-892D-0ECF7DDB1993}"/>
          </ac:spMkLst>
        </pc:spChg>
        <pc:spChg chg="mod">
          <ac:chgData name="Guest User" userId="S::urn:spo:tenantanon#418068ac-1ea2-4e57-aa56-bea3065826c0::" providerId="AD" clId="Web-{E44FFB42-5322-65F4-C9D4-FBFBF5694E7D}" dt="2026-03-31T17:10:00.340" v="481" actId="20577"/>
          <ac:spMkLst>
            <pc:docMk/>
            <pc:sldMk cId="2709660663" sldId="257"/>
            <ac:spMk id="16" creationId="{00000000-0000-0000-0000-000000000000}"/>
          </ac:spMkLst>
        </pc:spChg>
        <pc:spChg chg="mod">
          <ac:chgData name="Guest User" userId="S::urn:spo:tenantanon#418068ac-1ea2-4e57-aa56-bea3065826c0::" providerId="AD" clId="Web-{E44FFB42-5322-65F4-C9D4-FBFBF5694E7D}" dt="2026-03-31T17:11:31.870" v="489" actId="20577"/>
          <ac:spMkLst>
            <pc:docMk/>
            <pc:sldMk cId="2709660663" sldId="257"/>
            <ac:spMk id="42" creationId="{00000000-0000-0000-0000-000000000000}"/>
          </ac:spMkLst>
        </pc:spChg>
        <pc:spChg chg="mod">
          <ac:chgData name="Guest User" userId="S::urn:spo:tenantanon#418068ac-1ea2-4e57-aa56-bea3065826c0::" providerId="AD" clId="Web-{E44FFB42-5322-65F4-C9D4-FBFBF5694E7D}" dt="2026-03-31T17:10:39.995" v="485" actId="20577"/>
          <ac:spMkLst>
            <pc:docMk/>
            <pc:sldMk cId="2709660663" sldId="257"/>
            <ac:spMk id="50" creationId="{D52D404C-22B6-5E44-8D47-70D924BED731}"/>
          </ac:spMkLst>
        </pc:spChg>
        <pc:spChg chg="mod">
          <ac:chgData name="Guest User" userId="S::urn:spo:tenantanon#418068ac-1ea2-4e57-aa56-bea3065826c0::" providerId="AD" clId="Web-{E44FFB42-5322-65F4-C9D4-FBFBF5694E7D}" dt="2026-03-31T17:03:46.451" v="374" actId="20577"/>
          <ac:spMkLst>
            <pc:docMk/>
            <pc:sldMk cId="2709660663" sldId="257"/>
            <ac:spMk id="52" creationId="{122B8F71-E134-414F-9A2A-89B6A9482606}"/>
          </ac:spMkLst>
        </pc:spChg>
        <pc:spChg chg="mod">
          <ac:chgData name="Guest User" userId="S::urn:spo:tenantanon#418068ac-1ea2-4e57-aa56-bea3065826c0::" providerId="AD" clId="Web-{E44FFB42-5322-65F4-C9D4-FBFBF5694E7D}" dt="2026-03-31T17:16:50.383" v="653" actId="20577"/>
          <ac:spMkLst>
            <pc:docMk/>
            <pc:sldMk cId="2709660663" sldId="257"/>
            <ac:spMk id="54" creationId="{D25BFCBA-8F53-DD46-A2ED-0F4416500F31}"/>
          </ac:spMkLst>
        </pc:spChg>
        <pc:spChg chg="mod">
          <ac:chgData name="Guest User" userId="S::urn:spo:tenantanon#418068ac-1ea2-4e57-aa56-bea3065826c0::" providerId="AD" clId="Web-{E44FFB42-5322-65F4-C9D4-FBFBF5694E7D}" dt="2026-03-31T16:46:01.551" v="298" actId="20577"/>
          <ac:spMkLst>
            <pc:docMk/>
            <pc:sldMk cId="2709660663" sldId="257"/>
            <ac:spMk id="55" creationId="{4168701F-1D5B-6345-99A6-4CEE0D810E8D}"/>
          </ac:spMkLst>
        </pc:spChg>
        <pc:spChg chg="mod">
          <ac:chgData name="Guest User" userId="S::urn:spo:tenantanon#418068ac-1ea2-4e57-aa56-bea3065826c0::" providerId="AD" clId="Web-{E44FFB42-5322-65F4-C9D4-FBFBF5694E7D}" dt="2026-03-31T16:50:11.722" v="312" actId="1076"/>
          <ac:spMkLst>
            <pc:docMk/>
            <pc:sldMk cId="2709660663" sldId="257"/>
            <ac:spMk id="63" creationId="{9A32D62A-0501-F949-A5B2-821CB6B360C1}"/>
          </ac:spMkLst>
        </pc:spChg>
        <pc:spChg chg="mod">
          <ac:chgData name="Guest User" userId="S::urn:spo:tenantanon#418068ac-1ea2-4e57-aa56-bea3065826c0::" providerId="AD" clId="Web-{E44FFB42-5322-65F4-C9D4-FBFBF5694E7D}" dt="2026-03-31T16:54:31.907" v="327" actId="20577"/>
          <ac:spMkLst>
            <pc:docMk/>
            <pc:sldMk cId="2709660663" sldId="257"/>
            <ac:spMk id="66" creationId="{EC1F8AC7-7AEA-E74F-BE38-74113B20D5C9}"/>
          </ac:spMkLst>
        </pc:spChg>
        <pc:spChg chg="mod">
          <ac:chgData name="Guest User" userId="S::urn:spo:tenantanon#418068ac-1ea2-4e57-aa56-bea3065826c0::" providerId="AD" clId="Web-{E44FFB42-5322-65F4-C9D4-FBFBF5694E7D}" dt="2026-03-31T17:17:10.336" v="657" actId="1076"/>
          <ac:spMkLst>
            <pc:docMk/>
            <pc:sldMk cId="2709660663" sldId="257"/>
            <ac:spMk id="67" creationId="{8E91F93C-A7BD-B64A-849B-B4DA616BE3FB}"/>
          </ac:spMkLst>
        </pc:spChg>
        <pc:spChg chg="mod">
          <ac:chgData name="Guest User" userId="S::urn:spo:tenantanon#418068ac-1ea2-4e57-aa56-bea3065826c0::" providerId="AD" clId="Web-{E44FFB42-5322-65F4-C9D4-FBFBF5694E7D}" dt="2026-03-31T17:17:07.195" v="656" actId="1076"/>
          <ac:spMkLst>
            <pc:docMk/>
            <pc:sldMk cId="2709660663" sldId="257"/>
            <ac:spMk id="71" creationId="{91F0780E-0709-FD48-B93E-B99DCFE28DBE}"/>
          </ac:spMkLst>
        </pc:spChg>
        <pc:spChg chg="mod">
          <ac:chgData name="Guest User" userId="S::urn:spo:tenantanon#418068ac-1ea2-4e57-aa56-bea3065826c0::" providerId="AD" clId="Web-{E44FFB42-5322-65F4-C9D4-FBFBF5694E7D}" dt="2026-03-31T17:17:03.211" v="655" actId="1076"/>
          <ac:spMkLst>
            <pc:docMk/>
            <pc:sldMk cId="2709660663" sldId="257"/>
            <ac:spMk id="72" creationId="{5E014FC1-89AE-2C42-B656-71AC274FF794}"/>
          </ac:spMkLst>
        </pc:spChg>
        <pc:spChg chg="mod">
          <ac:chgData name="Guest User" userId="S::urn:spo:tenantanon#418068ac-1ea2-4e57-aa56-bea3065826c0::" providerId="AD" clId="Web-{E44FFB42-5322-65F4-C9D4-FBFBF5694E7D}" dt="2026-03-31T17:16:59.289" v="654" actId="1076"/>
          <ac:spMkLst>
            <pc:docMk/>
            <pc:sldMk cId="2709660663" sldId="257"/>
            <ac:spMk id="74" creationId="{D3B353B1-5EC5-9B40-8654-50B3A5F38B70}"/>
          </ac:spMkLst>
        </pc:spChg>
        <pc:picChg chg="mod">
          <ac:chgData name="Guest User" userId="S::urn:spo:tenantanon#418068ac-1ea2-4e57-aa56-bea3065826c0::" providerId="AD" clId="Web-{E44FFB42-5322-65F4-C9D4-FBFBF5694E7D}" dt="2026-03-31T17:17:16.429" v="659" actId="1076"/>
          <ac:picMkLst>
            <pc:docMk/>
            <pc:sldMk cId="2709660663" sldId="257"/>
            <ac:picMk id="4" creationId="{0FF2BDC5-54C0-821F-A317-E500F101FC7A}"/>
          </ac:picMkLst>
        </pc:picChg>
        <pc:picChg chg="mod">
          <ac:chgData name="Guest User" userId="S::urn:spo:tenantanon#418068ac-1ea2-4e57-aa56-bea3065826c0::" providerId="AD" clId="Web-{E44FFB42-5322-65F4-C9D4-FBFBF5694E7D}" dt="2026-03-31T16:50:15.410" v="313" actId="1076"/>
          <ac:picMkLst>
            <pc:docMk/>
            <pc:sldMk cId="2709660663" sldId="257"/>
            <ac:picMk id="6" creationId="{6CB81414-4EBD-95DD-AC8D-EFCDE087045D}"/>
          </ac:picMkLst>
        </pc:picChg>
      </pc:sldChg>
    </pc:docChg>
  </pc:docChgLst>
  <pc:docChgLst>
    <pc:chgData name="Guest User" userId="S::urn:spo:tenantanon#418068ac-1ea2-4e57-aa56-bea3065826c0::" providerId="AD" clId="Web-{A4766359-88FE-D912-E869-9E518FC777B5}"/>
    <pc:docChg chg="modSld">
      <pc:chgData name="Guest User" userId="S::urn:spo:tenantanon#418068ac-1ea2-4e57-aa56-bea3065826c0::" providerId="AD" clId="Web-{A4766359-88FE-D912-E869-9E518FC777B5}" dt="2026-03-31T03:27:36.720" v="176" actId="20577"/>
      <pc:docMkLst>
        <pc:docMk/>
      </pc:docMkLst>
      <pc:sldChg chg="modSp">
        <pc:chgData name="Guest User" userId="S::urn:spo:tenantanon#418068ac-1ea2-4e57-aa56-bea3065826c0::" providerId="AD" clId="Web-{A4766359-88FE-D912-E869-9E518FC777B5}" dt="2026-03-31T03:27:36.720" v="176" actId="20577"/>
        <pc:sldMkLst>
          <pc:docMk/>
          <pc:sldMk cId="2709660663" sldId="257"/>
        </pc:sldMkLst>
        <pc:spChg chg="mod">
          <ac:chgData name="Guest User" userId="S::urn:spo:tenantanon#418068ac-1ea2-4e57-aa56-bea3065826c0::" providerId="AD" clId="Web-{A4766359-88FE-D912-E869-9E518FC777B5}" dt="2026-03-31T03:27:36.720" v="176" actId="20577"/>
          <ac:spMkLst>
            <pc:docMk/>
            <pc:sldMk cId="2709660663" sldId="257"/>
            <ac:spMk id="52" creationId="{122B8F71-E134-414F-9A2A-89B6A9482606}"/>
          </ac:spMkLst>
        </pc:spChg>
      </pc:sldChg>
    </pc:docChg>
  </pc:docChgLst>
  <pc:docChgLst>
    <pc:chgData name="Guest User" userId="S::urn:spo:tenantanon#418068ac-1ea2-4e57-aa56-bea3065826c0::" providerId="AD" clId="Web-{6BF23246-A405-5297-74AB-D88A94813E11}"/>
    <pc:docChg chg="modSld">
      <pc:chgData name="Guest User" userId="S::urn:spo:tenantanon#418068ac-1ea2-4e57-aa56-bea3065826c0::" providerId="AD" clId="Web-{6BF23246-A405-5297-74AB-D88A94813E11}" dt="2026-03-26T17:11:39.561" v="430" actId="20577"/>
      <pc:docMkLst>
        <pc:docMk/>
      </pc:docMkLst>
      <pc:sldChg chg="modSp">
        <pc:chgData name="Guest User" userId="S::urn:spo:tenantanon#418068ac-1ea2-4e57-aa56-bea3065826c0::" providerId="AD" clId="Web-{6BF23246-A405-5297-74AB-D88A94813E11}" dt="2026-03-26T17:11:39.561" v="430" actId="20577"/>
        <pc:sldMkLst>
          <pc:docMk/>
          <pc:sldMk cId="2709660663" sldId="257"/>
        </pc:sldMkLst>
        <pc:spChg chg="mod">
          <ac:chgData name="Guest User" userId="S::urn:spo:tenantanon#418068ac-1ea2-4e57-aa56-bea3065826c0::" providerId="AD" clId="Web-{6BF23246-A405-5297-74AB-D88A94813E11}" dt="2026-03-26T17:11:39.561" v="430" actId="20577"/>
          <ac:spMkLst>
            <pc:docMk/>
            <pc:sldMk cId="2709660663" sldId="257"/>
            <ac:spMk id="16" creationId="{00000000-0000-0000-0000-000000000000}"/>
          </ac:spMkLst>
        </pc:spChg>
        <pc:spChg chg="mod">
          <ac:chgData name="Guest User" userId="S::urn:spo:tenantanon#418068ac-1ea2-4e57-aa56-bea3065826c0::" providerId="AD" clId="Web-{6BF23246-A405-5297-74AB-D88A94813E11}" dt="2026-03-26T16:59:17.509" v="419" actId="20577"/>
          <ac:spMkLst>
            <pc:docMk/>
            <pc:sldMk cId="2709660663" sldId="257"/>
            <ac:spMk id="50" creationId="{D52D404C-22B6-5E44-8D47-70D924BED731}"/>
          </ac:spMkLst>
        </pc:spChg>
        <pc:spChg chg="mod">
          <ac:chgData name="Guest User" userId="S::urn:spo:tenantanon#418068ac-1ea2-4e57-aa56-bea3065826c0::" providerId="AD" clId="Web-{6BF23246-A405-5297-74AB-D88A94813E11}" dt="2026-03-26T17:06:19.262" v="426" actId="20577"/>
          <ac:spMkLst>
            <pc:docMk/>
            <pc:sldMk cId="2709660663" sldId="257"/>
            <ac:spMk id="71" creationId="{91F0780E-0709-FD48-B93E-B99DCFE28DBE}"/>
          </ac:spMkLst>
        </pc:spChg>
      </pc:sldChg>
    </pc:docChg>
  </pc:docChgLst>
  <pc:docChgLst>
    <pc:chgData name="Lehtola, Jacob" userId="b989354b-8741-4a7f-b8b6-824f84fe7c0a" providerId="ADAL" clId="{10EB96BE-FEDB-4A54-ABE5-D7F4346781DE}"/>
    <pc:docChg chg="modSld">
      <pc:chgData name="Lehtola, Jacob" userId="b989354b-8741-4a7f-b8b6-824f84fe7c0a" providerId="ADAL" clId="{10EB96BE-FEDB-4A54-ABE5-D7F4346781DE}" dt="2026-03-28T01:48:25.447" v="1" actId="20577"/>
      <pc:docMkLst>
        <pc:docMk/>
      </pc:docMkLst>
      <pc:sldChg chg="modSp mod">
        <pc:chgData name="Lehtola, Jacob" userId="b989354b-8741-4a7f-b8b6-824f84fe7c0a" providerId="ADAL" clId="{10EB96BE-FEDB-4A54-ABE5-D7F4346781DE}" dt="2026-03-28T01:48:25.447" v="1" actId="20577"/>
        <pc:sldMkLst>
          <pc:docMk/>
          <pc:sldMk cId="2709660663" sldId="257"/>
        </pc:sldMkLst>
        <pc:spChg chg="mod">
          <ac:chgData name="Lehtola, Jacob" userId="b989354b-8741-4a7f-b8b6-824f84fe7c0a" providerId="ADAL" clId="{10EB96BE-FEDB-4A54-ABE5-D7F4346781DE}" dt="2026-03-28T01:48:25.447" v="1" actId="20577"/>
          <ac:spMkLst>
            <pc:docMk/>
            <pc:sldMk cId="2709660663" sldId="257"/>
            <ac:spMk id="71" creationId="{91F0780E-0709-FD48-B93E-B99DCFE28DBE}"/>
          </ac:spMkLst>
        </pc:spChg>
      </pc:sldChg>
    </pc:docChg>
  </pc:docChgLst>
  <pc:docChgLst>
    <pc:chgData name="Lehtola, Jacob" userId="b989354b-8741-4a7f-b8b6-824f84fe7c0a" providerId="ADAL" clId="{4F685A90-F7E7-43D9-9341-9C1C1814C967}"/>
    <pc:docChg chg="undo custSel modSld">
      <pc:chgData name="Lehtola, Jacob" userId="b989354b-8741-4a7f-b8b6-824f84fe7c0a" providerId="ADAL" clId="{4F685A90-F7E7-43D9-9341-9C1C1814C967}" dt="2026-04-02T16:10:56.732" v="1865" actId="20577"/>
      <pc:docMkLst>
        <pc:docMk/>
      </pc:docMkLst>
      <pc:sldChg chg="addSp delSp modSp mod">
        <pc:chgData name="Lehtola, Jacob" userId="b989354b-8741-4a7f-b8b6-824f84fe7c0a" providerId="ADAL" clId="{4F685A90-F7E7-43D9-9341-9C1C1814C967}" dt="2026-04-02T16:10:56.732" v="1865" actId="20577"/>
        <pc:sldMkLst>
          <pc:docMk/>
          <pc:sldMk cId="2709660663" sldId="257"/>
        </pc:sldMkLst>
        <pc:spChg chg="add mod">
          <ac:chgData name="Lehtola, Jacob" userId="b989354b-8741-4a7f-b8b6-824f84fe7c0a" providerId="ADAL" clId="{4F685A90-F7E7-43D9-9341-9C1C1814C967}" dt="2026-04-02T16:10:17.990" v="1839" actId="20577"/>
          <ac:spMkLst>
            <pc:docMk/>
            <pc:sldMk cId="2709660663" sldId="257"/>
            <ac:spMk id="2" creationId="{17319E8F-1586-2362-DE0D-4D25667ABB8D}"/>
          </ac:spMkLst>
        </pc:spChg>
        <pc:spChg chg="add mod">
          <ac:chgData name="Lehtola, Jacob" userId="b989354b-8741-4a7f-b8b6-824f84fe7c0a" providerId="ADAL" clId="{4F685A90-F7E7-43D9-9341-9C1C1814C967}" dt="2026-04-02T16:10:24.263" v="1841" actId="20577"/>
          <ac:spMkLst>
            <pc:docMk/>
            <pc:sldMk cId="2709660663" sldId="257"/>
            <ac:spMk id="5" creationId="{23BBBB44-CA46-BA94-892D-0ECF7DDB1993}"/>
          </ac:spMkLst>
        </pc:spChg>
        <pc:spChg chg="add mod">
          <ac:chgData name="Lehtola, Jacob" userId="b989354b-8741-4a7f-b8b6-824f84fe7c0a" providerId="ADAL" clId="{4F685A90-F7E7-43D9-9341-9C1C1814C967}" dt="2026-04-02T16:10:33.973" v="1853" actId="20577"/>
          <ac:spMkLst>
            <pc:docMk/>
            <pc:sldMk cId="2709660663" sldId="257"/>
            <ac:spMk id="13" creationId="{26BB88EF-9FDD-379D-754E-B138D8B40728}"/>
          </ac:spMkLst>
        </pc:spChg>
        <pc:spChg chg="mod">
          <ac:chgData name="Lehtola, Jacob" userId="b989354b-8741-4a7f-b8b6-824f84fe7c0a" providerId="ADAL" clId="{4F685A90-F7E7-43D9-9341-9C1C1814C967}" dt="2026-04-02T16:10:56.732" v="1865" actId="20577"/>
          <ac:spMkLst>
            <pc:docMk/>
            <pc:sldMk cId="2709660663" sldId="257"/>
            <ac:spMk id="16" creationId="{00000000-0000-0000-0000-000000000000}"/>
          </ac:spMkLst>
        </pc:spChg>
        <pc:spChg chg="mod">
          <ac:chgData name="Lehtola, Jacob" userId="b989354b-8741-4a7f-b8b6-824f84fe7c0a" providerId="ADAL" clId="{4F685A90-F7E7-43D9-9341-9C1C1814C967}" dt="2026-03-31T16:45:48.547" v="1048" actId="255"/>
          <ac:spMkLst>
            <pc:docMk/>
            <pc:sldMk cId="2709660663" sldId="257"/>
            <ac:spMk id="42" creationId="{00000000-0000-0000-0000-000000000000}"/>
          </ac:spMkLst>
        </pc:spChg>
        <pc:spChg chg="mod">
          <ac:chgData name="Lehtola, Jacob" userId="b989354b-8741-4a7f-b8b6-824f84fe7c0a" providerId="ADAL" clId="{4F685A90-F7E7-43D9-9341-9C1C1814C967}" dt="2026-03-31T16:45:04.597" v="1043" actId="255"/>
          <ac:spMkLst>
            <pc:docMk/>
            <pc:sldMk cId="2709660663" sldId="257"/>
            <ac:spMk id="50" creationId="{D52D404C-22B6-5E44-8D47-70D924BED731}"/>
          </ac:spMkLst>
        </pc:spChg>
        <pc:spChg chg="mod">
          <ac:chgData name="Lehtola, Jacob" userId="b989354b-8741-4a7f-b8b6-824f84fe7c0a" providerId="ADAL" clId="{4F685A90-F7E7-43D9-9341-9C1C1814C967}" dt="2026-03-31T16:45:52.355" v="1049" actId="255"/>
          <ac:spMkLst>
            <pc:docMk/>
            <pc:sldMk cId="2709660663" sldId="257"/>
            <ac:spMk id="51" creationId="{5F260FA1-F34C-E848-8BF8-421439B9412C}"/>
          </ac:spMkLst>
        </pc:spChg>
        <pc:spChg chg="mod">
          <ac:chgData name="Lehtola, Jacob" userId="b989354b-8741-4a7f-b8b6-824f84fe7c0a" providerId="ADAL" clId="{4F685A90-F7E7-43D9-9341-9C1C1814C967}" dt="2026-03-31T16:45:11.498" v="1044" actId="255"/>
          <ac:spMkLst>
            <pc:docMk/>
            <pc:sldMk cId="2709660663" sldId="257"/>
            <ac:spMk id="52" creationId="{122B8F71-E134-414F-9A2A-89B6A9482606}"/>
          </ac:spMkLst>
        </pc:spChg>
        <pc:spChg chg="mod">
          <ac:chgData name="Lehtola, Jacob" userId="b989354b-8741-4a7f-b8b6-824f84fe7c0a" providerId="ADAL" clId="{4F685A90-F7E7-43D9-9341-9C1C1814C967}" dt="2026-03-31T16:45:56.389" v="1050" actId="255"/>
          <ac:spMkLst>
            <pc:docMk/>
            <pc:sldMk cId="2709660663" sldId="257"/>
            <ac:spMk id="53" creationId="{9ADEE2E9-7AD4-AF4A-A8DE-2DD6E398169D}"/>
          </ac:spMkLst>
        </pc:spChg>
        <pc:spChg chg="mod">
          <ac:chgData name="Lehtola, Jacob" userId="b989354b-8741-4a7f-b8b6-824f84fe7c0a" providerId="ADAL" clId="{4F685A90-F7E7-43D9-9341-9C1C1814C967}" dt="2026-03-31T16:40:51.126" v="1022" actId="108"/>
          <ac:spMkLst>
            <pc:docMk/>
            <pc:sldMk cId="2709660663" sldId="257"/>
            <ac:spMk id="54" creationId="{D25BFCBA-8F53-DD46-A2ED-0F4416500F31}"/>
          </ac:spMkLst>
        </pc:spChg>
        <pc:spChg chg="mod">
          <ac:chgData name="Lehtola, Jacob" userId="b989354b-8741-4a7f-b8b6-824f84fe7c0a" providerId="ADAL" clId="{4F685A90-F7E7-43D9-9341-9C1C1814C967}" dt="2026-03-31T16:46:01.578" v="1051" actId="255"/>
          <ac:spMkLst>
            <pc:docMk/>
            <pc:sldMk cId="2709660663" sldId="257"/>
            <ac:spMk id="55" creationId="{4168701F-1D5B-6345-99A6-4CEE0D810E8D}"/>
          </ac:spMkLst>
        </pc:spChg>
        <pc:spChg chg="mod">
          <ac:chgData name="Lehtola, Jacob" userId="b989354b-8741-4a7f-b8b6-824f84fe7c0a" providerId="ADAL" clId="{4F685A90-F7E7-43D9-9341-9C1C1814C967}" dt="2026-04-02T16:10:15.033" v="1838" actId="20577"/>
          <ac:spMkLst>
            <pc:docMk/>
            <pc:sldMk cId="2709660663" sldId="257"/>
            <ac:spMk id="63" creationId="{9A32D62A-0501-F949-A5B2-821CB6B360C1}"/>
          </ac:spMkLst>
        </pc:spChg>
        <pc:spChg chg="mod">
          <ac:chgData name="Lehtola, Jacob" userId="b989354b-8741-4a7f-b8b6-824f84fe7c0a" providerId="ADAL" clId="{4F685A90-F7E7-43D9-9341-9C1C1814C967}" dt="2026-04-02T16:10:20.462" v="1840" actId="20577"/>
          <ac:spMkLst>
            <pc:docMk/>
            <pc:sldMk cId="2709660663" sldId="257"/>
            <ac:spMk id="66" creationId="{EC1F8AC7-7AEA-E74F-BE38-74113B20D5C9}"/>
          </ac:spMkLst>
        </pc:spChg>
        <pc:spChg chg="mod">
          <ac:chgData name="Lehtola, Jacob" userId="b989354b-8741-4a7f-b8b6-824f84fe7c0a" providerId="ADAL" clId="{4F685A90-F7E7-43D9-9341-9C1C1814C967}" dt="2026-03-31T16:49:49.412" v="1247" actId="1036"/>
          <ac:spMkLst>
            <pc:docMk/>
            <pc:sldMk cId="2709660663" sldId="257"/>
            <ac:spMk id="67" creationId="{8E91F93C-A7BD-B64A-849B-B4DA616BE3FB}"/>
          </ac:spMkLst>
        </pc:spChg>
        <pc:spChg chg="mod">
          <ac:chgData name="Lehtola, Jacob" userId="b989354b-8741-4a7f-b8b6-824f84fe7c0a" providerId="ADAL" clId="{4F685A90-F7E7-43D9-9341-9C1C1814C967}" dt="2026-03-31T16:49:49.412" v="1247" actId="1036"/>
          <ac:spMkLst>
            <pc:docMk/>
            <pc:sldMk cId="2709660663" sldId="257"/>
            <ac:spMk id="71" creationId="{91F0780E-0709-FD48-B93E-B99DCFE28DBE}"/>
          </ac:spMkLst>
        </pc:spChg>
        <pc:spChg chg="mod">
          <ac:chgData name="Lehtola, Jacob" userId="b989354b-8741-4a7f-b8b6-824f84fe7c0a" providerId="ADAL" clId="{4F685A90-F7E7-43D9-9341-9C1C1814C967}" dt="2026-03-31T17:35:10.997" v="1759" actId="1035"/>
          <ac:spMkLst>
            <pc:docMk/>
            <pc:sldMk cId="2709660663" sldId="257"/>
            <ac:spMk id="72" creationId="{5E014FC1-89AE-2C42-B656-71AC274FF794}"/>
          </ac:spMkLst>
        </pc:spChg>
        <pc:spChg chg="mod">
          <ac:chgData name="Lehtola, Jacob" userId="b989354b-8741-4a7f-b8b6-824f84fe7c0a" providerId="ADAL" clId="{4F685A90-F7E7-43D9-9341-9C1C1814C967}" dt="2026-03-31T17:35:10.997" v="1759" actId="1035"/>
          <ac:spMkLst>
            <pc:docMk/>
            <pc:sldMk cId="2709660663" sldId="257"/>
            <ac:spMk id="74" creationId="{D3B353B1-5EC5-9B40-8654-50B3A5F38B70}"/>
          </ac:spMkLst>
        </pc:spChg>
        <pc:picChg chg="add mod">
          <ac:chgData name="Lehtola, Jacob" userId="b989354b-8741-4a7f-b8b6-824f84fe7c0a" providerId="ADAL" clId="{4F685A90-F7E7-43D9-9341-9C1C1814C967}" dt="2026-03-31T17:34:00.186" v="1721" actId="1076"/>
          <ac:picMkLst>
            <pc:docMk/>
            <pc:sldMk cId="2709660663" sldId="257"/>
            <ac:picMk id="3" creationId="{E783430D-A209-940D-7EB5-9FFB353F06F6}"/>
          </ac:picMkLst>
        </pc:picChg>
        <pc:picChg chg="add mod">
          <ac:chgData name="Lehtola, Jacob" userId="b989354b-8741-4a7f-b8b6-824f84fe7c0a" providerId="ADAL" clId="{4F685A90-F7E7-43D9-9341-9C1C1814C967}" dt="2026-03-31T17:35:28.114" v="1774" actId="1035"/>
          <ac:picMkLst>
            <pc:docMk/>
            <pc:sldMk cId="2709660663" sldId="257"/>
            <ac:picMk id="4" creationId="{0FF2BDC5-54C0-821F-A317-E500F101FC7A}"/>
          </ac:picMkLst>
        </pc:picChg>
        <pc:picChg chg="add mod">
          <ac:chgData name="Lehtola, Jacob" userId="b989354b-8741-4a7f-b8b6-824f84fe7c0a" providerId="ADAL" clId="{4F685A90-F7E7-43D9-9341-9C1C1814C967}" dt="2026-04-02T16:09:34.920" v="1786" actId="1076"/>
          <ac:picMkLst>
            <pc:docMk/>
            <pc:sldMk cId="2709660663" sldId="257"/>
            <ac:picMk id="6" creationId="{6CB81414-4EBD-95DD-AC8D-EFCDE087045D}"/>
          </ac:picMkLst>
        </pc:picChg>
        <pc:picChg chg="add mod">
          <ac:chgData name="Lehtola, Jacob" userId="b989354b-8741-4a7f-b8b6-824f84fe7c0a" providerId="ADAL" clId="{4F685A90-F7E7-43D9-9341-9C1C1814C967}" dt="2026-03-31T17:34:45.746" v="1735" actId="14100"/>
          <ac:picMkLst>
            <pc:docMk/>
            <pc:sldMk cId="2709660663" sldId="257"/>
            <ac:picMk id="7" creationId="{DB8EBB75-29EB-4C4E-1803-CB32D8776840}"/>
          </ac:picMkLst>
        </pc:picChg>
        <pc:picChg chg="add mod ord">
          <ac:chgData name="Lehtola, Jacob" userId="b989354b-8741-4a7f-b8b6-824f84fe7c0a" providerId="ADAL" clId="{4F685A90-F7E7-43D9-9341-9C1C1814C967}" dt="2026-03-26T16:53:53.160" v="330" actId="1076"/>
          <ac:picMkLst>
            <pc:docMk/>
            <pc:sldMk cId="2709660663" sldId="257"/>
            <ac:picMk id="8" creationId="{7510D6EB-1DE1-C1D9-2285-B8DB041E394E}"/>
          </ac:picMkLst>
        </pc:picChg>
        <pc:picChg chg="add mod">
          <ac:chgData name="Lehtola, Jacob" userId="b989354b-8741-4a7f-b8b6-824f84fe7c0a" providerId="ADAL" clId="{4F685A90-F7E7-43D9-9341-9C1C1814C967}" dt="2026-04-02T16:09:22.626" v="1783" actId="1076"/>
          <ac:picMkLst>
            <pc:docMk/>
            <pc:sldMk cId="2709660663" sldId="257"/>
            <ac:picMk id="12" creationId="{3C41084A-AC0E-0574-1061-D24B8150D6B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4/2/2026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C03D7F-B796-4B92-B0C7-6D4C9CC8C787}"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C03D7F-B796-4B92-B0C7-6D4C9CC8C787}"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4/2/2026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10" Type="http://schemas.openxmlformats.org/officeDocument/2006/relationships/image" Target="../media/image7.svg"/><Relationship Id="rId4" Type="http://schemas.openxmlformats.org/officeDocument/2006/relationships/hyperlink" Target="https://spoonacular.com/food-api" TargetMode="External"/><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71600" y="7315200"/>
            <a:ext cx="7543800" cy="30439102"/>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ea typeface="+mn-lt"/>
                <a:cs typeface="+mn-lt"/>
              </a:rPr>
              <a:t>Pantry Chef is a mobile app that helps individuals make better use of the food they already have. The primary purpose of this project is to simplify meal planning by organizing food items and suggesting meals that can be made using only existing ingredients. The app makes adding ingredients easy by letting users scan food barcodes to add them to the pantry or manually adding ingredients. Once the ingredients are in the pantry, users can search for recipes they can make using the ingredients they have.</a:t>
            </a: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r>
              <a:rPr lang="en-US" sz="4400" dirty="0">
                <a:ea typeface="+mn-lt"/>
                <a:cs typeface="+mn-lt"/>
              </a:rPr>
              <a:t>Pantry Chef helps people discover new ways to use the food they have. The app also supports people who are starting their cooking journey by providing detailed instructions and recipe difficulty ratings</a:t>
            </a:r>
            <a:r>
              <a:rPr lang="en-US" sz="4400">
                <a:ea typeface="+mn-lt"/>
                <a:cs typeface="+mn-lt"/>
              </a:rPr>
              <a:t>. By </a:t>
            </a:r>
            <a:r>
              <a:rPr lang="en-US" sz="4400" dirty="0">
                <a:ea typeface="+mn-lt"/>
                <a:cs typeface="+mn-lt"/>
              </a:rPr>
              <a:t>emphasizing clarity and real-world usability, the project serves everyone. Pantry Chef serves as a practical solution that both encourages resource awareness and supports cooking habits that are both approachable and effective. </a:t>
            </a:r>
          </a:p>
          <a:p>
            <a:pPr algn="just"/>
            <a:endParaRPr lang="en-US" sz="3600" dirty="0">
              <a:ea typeface="Calibri"/>
              <a:cs typeface="Calibri"/>
            </a:endParaRPr>
          </a:p>
        </p:txBody>
      </p:sp>
      <p:sp>
        <p:nvSpPr>
          <p:cNvPr id="42" name="TextBox 41"/>
          <p:cNvSpPr txBox="1"/>
          <p:nvPr/>
        </p:nvSpPr>
        <p:spPr>
          <a:xfrm>
            <a:off x="1371600" y="6400800"/>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5400" b="1">
                <a:solidFill>
                  <a:srgbClr val="C00000"/>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rtlCol="0">
            <a:spAutoFit/>
          </a:bodyPr>
          <a:lstStyle/>
          <a:p>
            <a:pPr algn="ctr"/>
            <a:r>
              <a:rPr lang="en-US" sz="8800" b="1">
                <a:solidFill>
                  <a:srgbClr val="BB1C3F"/>
                </a:solidFill>
              </a:rPr>
              <a:t>Pantry Chef</a:t>
            </a:r>
          </a:p>
        </p:txBody>
      </p:sp>
      <p:sp>
        <p:nvSpPr>
          <p:cNvPr id="11" name="TextBox 10"/>
          <p:cNvSpPr txBox="1"/>
          <p:nvPr/>
        </p:nvSpPr>
        <p:spPr>
          <a:xfrm>
            <a:off x="7772400" y="2543144"/>
            <a:ext cx="22860000" cy="923330"/>
          </a:xfrm>
          <a:prstGeom prst="rect">
            <a:avLst/>
          </a:prstGeom>
          <a:noFill/>
        </p:spPr>
        <p:txBody>
          <a:bodyPr wrap="square" rtlCol="0">
            <a:spAutoFit/>
          </a:bodyPr>
          <a:lstStyle/>
          <a:p>
            <a:pPr algn="ctr"/>
            <a:r>
              <a:rPr lang="en-US" sz="5400"/>
              <a:t>Tyler Gilbert, Ashton Hull, Jacob Lehtola, Braxton Wilson</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rtlCol="0">
            <a:spAutoFit/>
          </a:bodyPr>
          <a:lstStyle/>
          <a:p>
            <a:pPr algn="ctr"/>
            <a:r>
              <a:rPr lang="en-US" sz="5400"/>
              <a:t>Dept. Of Computer Science and Information Technology</a:t>
            </a:r>
          </a:p>
        </p:txBody>
      </p:sp>
      <p:sp>
        <p:nvSpPr>
          <p:cNvPr id="15" name="Rectangle 14">
            <a:extLst>
              <a:ext uri="{FF2B5EF4-FFF2-40B4-BE49-F238E27FC236}">
                <a16:creationId xmlns:a16="http://schemas.microsoft.com/office/drawing/2014/main" id="{6EE72D31-CE3C-4643-BFC4-AB5A67F9691D}"/>
              </a:ext>
            </a:extLst>
          </p:cNvPr>
          <p:cNvSpPr/>
          <p:nvPr/>
        </p:nvSpPr>
        <p:spPr>
          <a:xfrm>
            <a:off x="0" y="0"/>
            <a:ext cx="384048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914400"/>
            <a:ext cx="6126480" cy="3658870"/>
          </a:xfrm>
          <a:prstGeom prst="rect">
            <a:avLst/>
          </a:prstGeom>
        </p:spPr>
      </p:pic>
      <p:sp>
        <p:nvSpPr>
          <p:cNvPr id="50" name="TextBox 49">
            <a:extLst>
              <a:ext uri="{FF2B5EF4-FFF2-40B4-BE49-F238E27FC236}">
                <a16:creationId xmlns:a16="http://schemas.microsoft.com/office/drawing/2014/main" id="{D52D404C-22B6-5E44-8D47-70D924BED731}"/>
              </a:ext>
            </a:extLst>
          </p:cNvPr>
          <p:cNvSpPr txBox="1"/>
          <p:nvPr/>
        </p:nvSpPr>
        <p:spPr>
          <a:xfrm>
            <a:off x="10744200" y="7315200"/>
            <a:ext cx="7543800" cy="13449836"/>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a:ea typeface="+mn-lt"/>
                <a:cs typeface="+mn-lt"/>
              </a:rPr>
              <a:t>Pantry Chef is designed with simplicity in mind, as shown by its simple user interface. The app consists of four main pages: settings, barcode scanner, recipes, and pantry. Every page has a unified purpose: making cooking easier, with a page for keeping track of all ingredients and another page for recipes recommended based on the ingredients in the pantry. To simplify, users can also update information like the quantity of each item added. scan barcodes of common food items and allows the users  to update information based on how many of each item are added.</a:t>
            </a:r>
          </a:p>
          <a:p>
            <a:pPr algn="just"/>
            <a:endParaRPr lang="en-US" sz="3200">
              <a:ea typeface="Calibri"/>
              <a:cs typeface="Calibri"/>
            </a:endParaRPr>
          </a:p>
        </p:txBody>
      </p:sp>
      <p:sp>
        <p:nvSpPr>
          <p:cNvPr id="51" name="TextBox 50">
            <a:extLst>
              <a:ext uri="{FF2B5EF4-FFF2-40B4-BE49-F238E27FC236}">
                <a16:creationId xmlns:a16="http://schemas.microsoft.com/office/drawing/2014/main" id="{5F260FA1-F34C-E848-8BF8-421439B9412C}"/>
              </a:ext>
            </a:extLst>
          </p:cNvPr>
          <p:cNvSpPr txBox="1"/>
          <p:nvPr/>
        </p:nvSpPr>
        <p:spPr>
          <a:xfrm>
            <a:off x="10744200" y="6400799"/>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a:solidFill>
                  <a:srgbClr val="BB1C3F"/>
                </a:solidFill>
              </a:rPr>
              <a:t>Design</a:t>
            </a:r>
          </a:p>
        </p:txBody>
      </p:sp>
      <p:sp>
        <p:nvSpPr>
          <p:cNvPr id="52" name="TextBox 51">
            <a:extLst>
              <a:ext uri="{FF2B5EF4-FFF2-40B4-BE49-F238E27FC236}">
                <a16:creationId xmlns:a16="http://schemas.microsoft.com/office/drawing/2014/main" id="{122B8F71-E134-414F-9A2A-89B6A9482606}"/>
              </a:ext>
            </a:extLst>
          </p:cNvPr>
          <p:cNvSpPr txBox="1"/>
          <p:nvPr/>
        </p:nvSpPr>
        <p:spPr>
          <a:xfrm>
            <a:off x="20116800" y="7315200"/>
            <a:ext cx="7543800" cy="1135695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a:ea typeface="+mn-lt"/>
                <a:cs typeface="+mn-lt"/>
              </a:rPr>
              <a:t>Pantry Chef is a mobile app that works on both Apple and Android devices. The app was written in TypeScript, with the UI implemented in React Native. For the app's backend we used </a:t>
            </a:r>
            <a:r>
              <a:rPr lang="en-US" sz="4400" err="1">
                <a:ea typeface="+mn-lt"/>
                <a:cs typeface="+mn-lt"/>
              </a:rPr>
              <a:t>Supabase</a:t>
            </a:r>
            <a:r>
              <a:rPr lang="en-US" sz="4400">
                <a:ea typeface="+mn-lt"/>
                <a:cs typeface="+mn-lt"/>
              </a:rPr>
              <a:t> for both login functionality and for storing ingredients and recipes in the recipe and pantry settings. When designing an app, it is important to consider its appearance, and we wanted to keep a simple, streamlined approach.</a:t>
            </a:r>
            <a:endParaRPr lang="en-US" sz="4400">
              <a:ea typeface="Calibri" panose="020F0502020204030204"/>
              <a:cs typeface="Calibri" panose="020F0502020204030204"/>
            </a:endParaRPr>
          </a:p>
          <a:p>
            <a:pPr algn="just"/>
            <a:endParaRPr lang="en-US" sz="3600">
              <a:ea typeface="+mn-lt"/>
              <a:cs typeface="+mn-lt"/>
            </a:endParaRPr>
          </a:p>
          <a:p>
            <a:pPr algn="just"/>
            <a:endParaRPr lang="en-US" sz="3600">
              <a:ea typeface="Calibri"/>
              <a:cs typeface="Calibri"/>
            </a:endParaRPr>
          </a:p>
        </p:txBody>
      </p:sp>
      <p:sp>
        <p:nvSpPr>
          <p:cNvPr id="53" name="TextBox 52">
            <a:extLst>
              <a:ext uri="{FF2B5EF4-FFF2-40B4-BE49-F238E27FC236}">
                <a16:creationId xmlns:a16="http://schemas.microsoft.com/office/drawing/2014/main" id="{9ADEE2E9-7AD4-AF4A-A8DE-2DD6E398169D}"/>
              </a:ext>
            </a:extLst>
          </p:cNvPr>
          <p:cNvSpPr txBox="1"/>
          <p:nvPr/>
        </p:nvSpPr>
        <p:spPr>
          <a:xfrm>
            <a:off x="20116800" y="6400799"/>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a:solidFill>
                  <a:srgbClr val="BB1C3F"/>
                </a:solidFill>
              </a:rPr>
              <a:t>Technology</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4311610"/>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a:ea typeface="+mn-lt"/>
                <a:cs typeface="+mn-lt"/>
              </a:rPr>
              <a:t>One of the main problems we were looking to tackle with Pantry Chef was how to make cooking easier and more accessible for people. As college students, cooking can be a technical nightmare. To help with recipe recommendations, the app keeps track of the ingredients the user already owns and any future ingredients the user buys.  To kill two birds with one stone, we combined the two to create an app that not only keeps track of the ingredients you have but also recommends recipes from a database based on the ingredients currently in your pantry. </a:t>
            </a:r>
            <a:endParaRPr lang="en-US">
              <a:ea typeface="Calibri" panose="020F0502020204030204"/>
              <a:cs typeface="Calibri" panose="020F0502020204030204"/>
            </a:endParaRPr>
          </a:p>
          <a:p>
            <a:pPr algn="just"/>
            <a:endParaRPr lang="en-US" sz="4400">
              <a:ea typeface="Calibri" panose="020F0502020204030204"/>
              <a:cs typeface="Calibri" panose="020F0502020204030204"/>
            </a:endParaRP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64223"/>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5400" b="1">
                <a:solidFill>
                  <a:srgbClr val="BB1C3F"/>
                </a:solidFill>
              </a:rPr>
              <a:t>Background</a:t>
            </a:r>
          </a:p>
        </p:txBody>
      </p:sp>
      <p:sp>
        <p:nvSpPr>
          <p:cNvPr id="63" name="TextBox 62">
            <a:extLst>
              <a:ext uri="{FF2B5EF4-FFF2-40B4-BE49-F238E27FC236}">
                <a16:creationId xmlns:a16="http://schemas.microsoft.com/office/drawing/2014/main" id="{9A32D62A-0501-F949-A5B2-821CB6B360C1}"/>
              </a:ext>
            </a:extLst>
          </p:cNvPr>
          <p:cNvSpPr txBox="1"/>
          <p:nvPr/>
        </p:nvSpPr>
        <p:spPr>
          <a:xfrm>
            <a:off x="10744200" y="34801785"/>
            <a:ext cx="7543800" cy="255454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dirty="0">
                <a:solidFill>
                  <a:srgbClr val="BB1C3F"/>
                </a:solidFill>
              </a:rPr>
              <a:t>Figure 2: </a:t>
            </a:r>
            <a:r>
              <a:rPr lang="en-US" sz="4000" dirty="0"/>
              <a:t>The ingredient view. Users can search view the ingredients in their pantry, search for ingredients, and modify existing ingredients.</a:t>
            </a:r>
          </a:p>
        </p:txBody>
      </p:sp>
      <p:sp>
        <p:nvSpPr>
          <p:cNvPr id="66" name="TextBox 65">
            <a:extLst>
              <a:ext uri="{FF2B5EF4-FFF2-40B4-BE49-F238E27FC236}">
                <a16:creationId xmlns:a16="http://schemas.microsoft.com/office/drawing/2014/main" id="{EC1F8AC7-7AEA-E74F-BE38-74113B20D5C9}"/>
              </a:ext>
            </a:extLst>
          </p:cNvPr>
          <p:cNvSpPr txBox="1"/>
          <p:nvPr/>
        </p:nvSpPr>
        <p:spPr>
          <a:xfrm>
            <a:off x="20207287" y="35480465"/>
            <a:ext cx="7543800" cy="1323439"/>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dirty="0">
                <a:solidFill>
                  <a:srgbClr val="BB1C3F"/>
                </a:solidFill>
              </a:rPr>
              <a:t>Figure 4: </a:t>
            </a:r>
            <a:r>
              <a:rPr lang="en-US" sz="4000" dirty="0">
                <a:solidFill>
                  <a:schemeClr val="tx1"/>
                </a:solidFill>
              </a:rPr>
              <a:t>The server architecture of </a:t>
            </a:r>
            <a:r>
              <a:rPr lang="en-US" sz="4000" dirty="0" err="1">
                <a:solidFill>
                  <a:schemeClr val="tx1"/>
                </a:solidFill>
              </a:rPr>
              <a:t>PantryChef</a:t>
            </a:r>
            <a:r>
              <a:rPr lang="en-US" sz="4000" dirty="0">
                <a:solidFill>
                  <a:schemeClr val="tx1"/>
                </a:solidFill>
              </a:rPr>
              <a:t>.</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794420"/>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p:nvPr/>
        </p:nvSpPr>
        <p:spPr>
          <a:xfrm>
            <a:off x="29489400" y="27849853"/>
            <a:ext cx="7543800" cy="212365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514350" indent="-514350" algn="just">
              <a:buAutoNum type="arabicPeriod"/>
            </a:pPr>
            <a:r>
              <a:rPr lang="en-US" sz="4400"/>
              <a:t>React Native: </a:t>
            </a:r>
            <a:r>
              <a:rPr lang="en-US" sz="4400" u="sng" err="1">
                <a:solidFill>
                  <a:schemeClr val="accent1">
                    <a:lumMod val="76000"/>
                  </a:schemeClr>
                </a:solidFill>
                <a:ea typeface="+mn-lt"/>
                <a:cs typeface="+mn-lt"/>
              </a:rPr>
              <a:t>reactnative.dev</a:t>
            </a:r>
            <a:endParaRPr lang="en-US" sz="4400" u="sng">
              <a:solidFill>
                <a:schemeClr val="accent1">
                  <a:lumMod val="76000"/>
                </a:schemeClr>
              </a:solidFill>
              <a:ea typeface="Calibri"/>
              <a:cs typeface="Calibri"/>
            </a:endParaRPr>
          </a:p>
          <a:p>
            <a:pPr marL="514350" indent="-514350" algn="just">
              <a:buAutoNum type="arabicPeriod"/>
            </a:pPr>
            <a:r>
              <a:rPr lang="en-US" sz="4400" err="1"/>
              <a:t>Spoonacular</a:t>
            </a:r>
            <a:r>
              <a:rPr lang="en-US" sz="4400"/>
              <a:t>:</a:t>
            </a:r>
            <a:r>
              <a:rPr lang="en-US" sz="4400">
                <a:ea typeface="+mn-lt"/>
                <a:cs typeface="+mn-lt"/>
                <a:hlinkClick r:id="rId4"/>
              </a:rPr>
              <a:t>spoonacular.com</a:t>
            </a:r>
            <a:endParaRPr lang="en-US" sz="4400">
              <a:ea typeface="Calibri"/>
              <a:cs typeface="Calibri"/>
            </a:endParaRPr>
          </a:p>
          <a:p>
            <a:pPr marL="514350" indent="-514350" algn="just">
              <a:buAutoNum type="arabicPeriod"/>
            </a:pPr>
            <a:r>
              <a:rPr lang="en-US" sz="4400" err="1">
                <a:ea typeface="Calibri"/>
                <a:cs typeface="Calibri"/>
              </a:rPr>
              <a:t>Supabase</a:t>
            </a:r>
            <a:r>
              <a:rPr lang="en-US" sz="4400">
                <a:ea typeface="Calibri"/>
                <a:cs typeface="Calibri"/>
              </a:rPr>
              <a:t>: </a:t>
            </a:r>
            <a:r>
              <a:rPr lang="en-US" sz="4400" u="sng">
                <a:solidFill>
                  <a:schemeClr val="accent1">
                    <a:lumMod val="76000"/>
                  </a:schemeClr>
                </a:solidFill>
                <a:ea typeface="+mn-lt"/>
                <a:cs typeface="+mn-lt"/>
              </a:rPr>
              <a:t>supabase.com </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0253348"/>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71389" y="31127363"/>
            <a:ext cx="7543800" cy="6863417"/>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a:t>We would like to thank Dr. Karen Meisch for her support of students in the College of Science, Technology, Engineering &amp; Mathematics, and Dr. Leong Lee for his support of students in the Department of Computer Science &amp; Information Technology.</a:t>
            </a: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510D6EB-1DE1-C1D9-2285-B8DB041E39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324040" y="838759"/>
            <a:ext cx="3935081" cy="4052838"/>
          </a:xfrm>
          <a:prstGeom prst="rect">
            <a:avLst/>
          </a:prstGeom>
        </p:spPr>
      </p:pic>
      <p:pic>
        <p:nvPicPr>
          <p:cNvPr id="6" name="Picture 5">
            <a:extLst>
              <a:ext uri="{FF2B5EF4-FFF2-40B4-BE49-F238E27FC236}">
                <a16:creationId xmlns:a16="http://schemas.microsoft.com/office/drawing/2014/main" id="{6CB81414-4EBD-95DD-AC8D-EFCDE08704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52511" y="20482028"/>
            <a:ext cx="7178040" cy="14143622"/>
          </a:xfrm>
          <a:prstGeom prst="rect">
            <a:avLst/>
          </a:prstGeom>
          <a:effectLst>
            <a:outerShdw blurRad="266700" dist="63500" dir="5400000" algn="t" rotWithShape="0">
              <a:prstClr val="black">
                <a:alpha val="44000"/>
              </a:prstClr>
            </a:outerShdw>
          </a:effectLst>
        </p:spPr>
      </p:pic>
      <p:pic>
        <p:nvPicPr>
          <p:cNvPr id="3" name="Graphic 2">
            <a:extLst>
              <a:ext uri="{FF2B5EF4-FFF2-40B4-BE49-F238E27FC236}">
                <a16:creationId xmlns:a16="http://schemas.microsoft.com/office/drawing/2014/main" id="{E783430D-A209-940D-7EB5-9FFB353F06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269199" y="17418454"/>
            <a:ext cx="7362825" cy="5572967"/>
          </a:xfrm>
          <a:prstGeom prst="rect">
            <a:avLst/>
          </a:prstGeom>
        </p:spPr>
      </p:pic>
      <p:pic>
        <p:nvPicPr>
          <p:cNvPr id="4" name="Graphic 3">
            <a:extLst>
              <a:ext uri="{FF2B5EF4-FFF2-40B4-BE49-F238E27FC236}">
                <a16:creationId xmlns:a16="http://schemas.microsoft.com/office/drawing/2014/main" id="{0FF2BDC5-54C0-821F-A317-E500F101FC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071589" y="20499544"/>
            <a:ext cx="4343400" cy="4343400"/>
          </a:xfrm>
          <a:prstGeom prst="rect">
            <a:avLst/>
          </a:prstGeom>
        </p:spPr>
      </p:pic>
      <p:sp>
        <p:nvSpPr>
          <p:cNvPr id="5" name="TextBox 4">
            <a:extLst>
              <a:ext uri="{FF2B5EF4-FFF2-40B4-BE49-F238E27FC236}">
                <a16:creationId xmlns:a16="http://schemas.microsoft.com/office/drawing/2014/main" id="{23BBBB44-CA46-BA94-892D-0ECF7DDB1993}"/>
              </a:ext>
            </a:extLst>
          </p:cNvPr>
          <p:cNvSpPr txBox="1"/>
          <p:nvPr/>
        </p:nvSpPr>
        <p:spPr>
          <a:xfrm>
            <a:off x="29489400" y="24667998"/>
            <a:ext cx="7543800" cy="1938992"/>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endParaRPr lang="en-US" sz="3200" b="1" dirty="0">
              <a:solidFill>
                <a:srgbClr val="BB1C3F"/>
              </a:solidFill>
            </a:endParaRPr>
          </a:p>
          <a:p>
            <a:pPr algn="just"/>
            <a:r>
              <a:rPr lang="en-US" sz="4400" b="1" dirty="0">
                <a:solidFill>
                  <a:srgbClr val="BB1C3F"/>
                </a:solidFill>
              </a:rPr>
              <a:t>Figure 5: </a:t>
            </a:r>
            <a:r>
              <a:rPr lang="en-US" sz="4400" dirty="0"/>
              <a:t>A QR code linking to get-pantry-chef.com</a:t>
            </a:r>
            <a:endParaRPr lang="en-US" sz="4400" dirty="0">
              <a:ea typeface="Calibri"/>
              <a:cs typeface="Calibri"/>
            </a:endParaRPr>
          </a:p>
        </p:txBody>
      </p:sp>
      <p:pic>
        <p:nvPicPr>
          <p:cNvPr id="7" name="Graphic 6">
            <a:extLst>
              <a:ext uri="{FF2B5EF4-FFF2-40B4-BE49-F238E27FC236}">
                <a16:creationId xmlns:a16="http://schemas.microsoft.com/office/drawing/2014/main" id="{DB8EBB75-29EB-4C4E-1803-CB32D87768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34231" y="26517600"/>
            <a:ext cx="5912204" cy="7898800"/>
          </a:xfrm>
          <a:prstGeom prst="rect">
            <a:avLst/>
          </a:prstGeom>
        </p:spPr>
      </p:pic>
      <p:sp>
        <p:nvSpPr>
          <p:cNvPr id="2" name="TextBox 1">
            <a:extLst>
              <a:ext uri="{FF2B5EF4-FFF2-40B4-BE49-F238E27FC236}">
                <a16:creationId xmlns:a16="http://schemas.microsoft.com/office/drawing/2014/main" id="{17319E8F-1586-2362-DE0D-4D25667ABB8D}"/>
              </a:ext>
            </a:extLst>
          </p:cNvPr>
          <p:cNvSpPr txBox="1"/>
          <p:nvPr/>
        </p:nvSpPr>
        <p:spPr>
          <a:xfrm>
            <a:off x="20178712" y="23162341"/>
            <a:ext cx="7543800" cy="200054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dirty="0">
                <a:solidFill>
                  <a:srgbClr val="BB1C3F"/>
                </a:solidFill>
              </a:rPr>
              <a:t>Figure 3: </a:t>
            </a:r>
            <a:r>
              <a:rPr lang="en-US" sz="4000" dirty="0"/>
              <a:t>The app scans barcodes of ingredients to quickly add them into the pantry.</a:t>
            </a:r>
          </a:p>
        </p:txBody>
      </p:sp>
      <p:pic>
        <p:nvPicPr>
          <p:cNvPr id="12" name="Graphic 11">
            <a:extLst>
              <a:ext uri="{FF2B5EF4-FFF2-40B4-BE49-F238E27FC236}">
                <a16:creationId xmlns:a16="http://schemas.microsoft.com/office/drawing/2014/main" id="{3C41084A-AC0E-0574-1061-D24B8150D6B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194585" y="18672155"/>
            <a:ext cx="5897829" cy="5897829"/>
          </a:xfrm>
          <a:prstGeom prst="rect">
            <a:avLst/>
          </a:prstGeom>
        </p:spPr>
      </p:pic>
      <p:sp>
        <p:nvSpPr>
          <p:cNvPr id="13" name="TextBox 12">
            <a:extLst>
              <a:ext uri="{FF2B5EF4-FFF2-40B4-BE49-F238E27FC236}">
                <a16:creationId xmlns:a16="http://schemas.microsoft.com/office/drawing/2014/main" id="{26BB88EF-9FDD-379D-754E-B138D8B40728}"/>
              </a:ext>
            </a:extLst>
          </p:cNvPr>
          <p:cNvSpPr txBox="1"/>
          <p:nvPr/>
        </p:nvSpPr>
        <p:spPr>
          <a:xfrm>
            <a:off x="1379911" y="24314055"/>
            <a:ext cx="7543800" cy="1323439"/>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dirty="0">
                <a:solidFill>
                  <a:srgbClr val="BB1C3F"/>
                </a:solidFill>
              </a:rPr>
              <a:t>Figure 1: </a:t>
            </a:r>
            <a:r>
              <a:rPr lang="en-US" sz="4000" dirty="0"/>
              <a:t>Pantry Chef supports all kinds of ingredients.</a:t>
            </a:r>
          </a:p>
        </p:txBody>
      </p:sp>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613</Words>
  <Application>Microsoft Office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Lehtola, Jacob</cp:lastModifiedBy>
  <cp:revision>1</cp:revision>
  <cp:lastPrinted>2016-07-13T23:56:52Z</cp:lastPrinted>
  <dcterms:created xsi:type="dcterms:W3CDTF">2016-06-13T20:02:52Z</dcterms:created>
  <dcterms:modified xsi:type="dcterms:W3CDTF">2026-04-02T16:10:57Z</dcterms:modified>
</cp:coreProperties>
</file>